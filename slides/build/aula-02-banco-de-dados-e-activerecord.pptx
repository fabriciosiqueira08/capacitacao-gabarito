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minutos. Aquecimento, e garante que o ambiente da Aula 1 sobreviveu</a:t>
            </a:r>
          </a:p>
          <a:p>
            <a:r>
              <a:t>à semana. Quem não subir o banco aqui vai travar em tudo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pegadinha do 0 e da string vazia derruba quem vem de Python. Vale</a:t>
            </a:r>
          </a:p>
          <a:p>
            <a:r>
              <a:t>rodar no irb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a prática mais longa do dia.</a:t>
            </a:r>
          </a:p>
          <a:p>
            <a:r>
              <a:t>Erro campeão: PG::DuplicateTable, de quem rodou duas vezes. A saída é</a:t>
            </a:r>
          </a:p>
          <a:p>
            <a:r>
              <a:t>db:drop db:create db:migrate — perde dados, e tudo bem agora.</a:t>
            </a:r>
          </a:p>
          <a:p>
            <a:r>
              <a:t>Insista: quando uma migration falha, a resposta está na LINHA SEGUINTE</a:t>
            </a:r>
          </a:p>
          <a:p>
            <a:r>
              <a:t>do erro, não na primeira.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sem escrever arquivo nenhum. É o que faz a seção de senha</a:t>
            </a:r>
          </a:p>
          <a:p>
            <a:r>
              <a:t>parar de ser teoria.</a:t>
            </a:r>
          </a:p>
          <a:p>
            <a:r>
              <a:t>A comparação de tempo é o argumento: bcrypt em centenas de ms, SHA-256</a:t>
            </a:r>
          </a:p>
          <a:p>
            <a:r>
              <a:t>em microssegundos. Quem rouba um banco testa bilhões de senhas por</a:t>
            </a:r>
          </a:p>
          <a:p>
            <a:r>
              <a:t>segundo com SHA-256, e algumas dezenas com bcrypt.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 minutos somando as duas. É o bloco em que eles mais escrevem hoje.</a:t>
            </a:r>
          </a:p>
          <a:p>
            <a:r>
              <a:t>Repare no validator com eles: tem o self.validate que instancia, o @ de</a:t>
            </a:r>
          </a:p>
          <a:p>
            <a:r>
              <a:t>instância e o private valendo da linha em diante. É a Aula 1 aparecendo.</a:t>
            </a:r>
          </a:p>
          <a:p>
            <a:r>
              <a:t>Quando valid? der false e ninguém souber por quê, a resposta é sempre</a:t>
            </a:r>
          </a:p>
          <a:p>
            <a:r>
              <a:t>p u.errors.full_messages. Ensine o reflexo.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o banco deixa de ser uma tabela e vira um</a:t>
            </a:r>
          </a:p>
          <a:p>
            <a:r>
              <a:t>modelo de dados.</a:t>
            </a:r>
          </a:p>
          <a:p>
            <a:r>
              <a:t>O dependent: :delete_all é o exercício avançado, e vale fazer ao vivo:</a:t>
            </a:r>
          </a:p>
          <a:p>
            <a:r>
              <a:t>LoginEvent.count antes e depois do destroy.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momento em que o módulo da Aula 1 deixa de ser teoria.</a:t>
            </a:r>
          </a:p>
          <a:p>
            <a:r>
              <a:t>O ponto a martelar: o banco guarda o digest do código, não o código.</a:t>
            </a:r>
          </a:p>
          <a:p>
            <a:r>
              <a:t>Mesma lição da senha, aplicada a outra coisa. Se alguém vazar o banco,</a:t>
            </a:r>
          </a:p>
          <a:p>
            <a:r>
              <a:t>não consegue confirmar a conta de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minutos. Fecha o dia e é a base da Aula 3.</a:t>
            </a:r>
          </a:p>
          <a:p>
            <a:r>
              <a:t>Erro campeão: teste que passa sozinho e falha junto com os outros. É</a:t>
            </a:r>
          </a:p>
          <a:p>
            <a:r>
              <a:t>quase sempre User.first no teste em vez de users(:ana).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único: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bloco de operações que acontece INTEIRO ou não acontece.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Deu erro no meio? O banco desfaz tudo. Chama-se rollback.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exemplo clássico: transferir dinheiro.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de um e creditar no outro têm que ser a mesma coisa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sozinho é dinheiro que sumiu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3, trocar a senha vai precisar exatamente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 EM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41963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88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user.invalidate_sessions!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user.clear_password_reset_code!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As três, ou nenhuma.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Repare no `!`: dentro da transação você QUER que estoure.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`save` devolve false em silêncio e a transação seguiria feliz.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O BANCO DE PÉ, E O BCRYPT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Gemfile: gem "bcrypt", "~&gt; 3.1.7"  e  bundle install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runner 'puts BCrypt::Password.create("teste")[0,7]'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que sair $2a$12$ — o algoritmo e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SQL.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ACTIVESUPPORT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adiciona métodos às classes do próprio Ruby.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15.minutes  ·  1.day.ago  ·  2.weeks.from_now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Time.current (respeita o fuso da app; Time.now não)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"texto".blank?  ·  lista.present?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a gem activesupport, não é Ruby puro.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sair do Rails, esses métodos somem.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NIL, BLANK? E PRESENT?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nil.blank?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"".blank?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   ".blank?     # true   ← só espaço também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[].blank?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0.blank?         # false  ← zero NÃO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"oi".present?    # true — present? é o contrário de blank?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Em Ruby puro, só nil e false são falsos.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if 0 executa. if "" executa. Diferente de Python.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updated_at, e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teste.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AS TRÊS 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CreateUsers / AddEmailVerification / AddPasswordReset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de cada vez, e db:migrate entre elas.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db:migrate:status  -&gt;  três linhas "up"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db/schema.rb e leia. Ele é o retrato do banco AGORA.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a tabela users tem 17 colunas (16 mais o id).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rápido: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BCRYPT NO CONSOLE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BCrypt::Password.create("Automic@2026") duas vezes. Deu diferente?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salt. Ninguém descobre que dois usuários têm a mesma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BCrypt::Password.new(digest) == "Automic@2026"  -&gt;  true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Compare o tempo com Digest::SHA256, usando Benchmark.realtime.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diga em voz alta por que a lentidão é uma CARACTERÍSTICA.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criação. Termos se aceitam uma vez.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lambda. Na edição de perfil não há senha para validar.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4 E 5: O VALIDADOR E O MODEL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app/validators/password_policy_validator.rb — o seu primeiro arquivo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validate("abc") devolve a lista; validate("Automic@2026") devolve []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o app/models/user.rb: has_secure_password, validações, normalizes.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um User novo é valid? e tem digest começando em $2a$12$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User.new(email: "NAO-E-EMAIL").valid? e leia errors.full_messages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4 e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ASSOCIAÇÕES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NUNCA BASTA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sistema real tem tabelas que se referem umas às outras.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tem muitos pedidos. Pedido pertence a um usuário.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Palestra acontece numa sala. Sala tem muitas palestras.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criar a segunda tabela do projeto: login_events.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histórico de acessos da conta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banco te manda por e-mail: 'novo acesso detectado'.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GUARDA A CHAVE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relação um-para-muitos mora numa coluna só: a chave estrangeira.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login_events.user_id aponta para users.id.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CARREGA a coluna usa belongs_to.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é apontado usa has_many.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Regra prática: a chave fica sempre no lado 'muitos'.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MIGRATION DA SEGUNDA TABELA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82622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94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create_table :login_events do |t|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t.references :user, null: false, foreign_key: true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:client,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:ip_address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t.datetime :occurred_at,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t.timestamps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add_index :login_events, [ :user_id, :occurred_at ]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t.references cria a coluna user_id, o índice E a chave estrangeira.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foreign_key: true faz o BANCO recusar linha órfã.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 NO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2236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4920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has_many :login_events, dependent: :delete_all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LoginEvent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belongs_to :user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dependent: :delete_all — apagar o usuário apaga o histórico junto.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Sem isso sobram linhas apontando para um id que não existe mais.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belongs_to já exige presença: LoginEvent sem user é inválido.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USANDO A ASSOCIAÇÃO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8251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50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Criar PELA associação já preenche o user_id: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user.login_events.create!(client: "mobile", occurred_at: Time.current)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user.login_events.count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user.login_events.recentes.limit(5)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evento.user.name              # navega para o outro lado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Scope é consulta com nome, e encadeia: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user.login_events.recentes.limit(10)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ARMADILHA N+1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users.each { |u| puts u.login_events.count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100 usuários, isso são 101 consultas ao banco.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 para buscar os usuários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100 para buscar o histórico de cada um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correção é uma palavra: User.includes(:login_events)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Aí são 2 consultas, sempre.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problema de performance nº 1 de app Rails. E o mais fácil de achar.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A SEGUNDA TABELA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CreateLoginEvents, e o model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belongs_to :user de um lado, has_many :login_events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u.login_events.create!(client: "mobile", occurred_at: Time.current)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u.login_events.recentes.first.user.name  -&gt;  navega para o outro lado.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apague o usuário e confira que os eventos foram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OS DOIS CONCERNS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app/models/concerns/email_verifiable.rb e password_resettable.rb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os dois no User.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codigo = u.issue_email_verification_code!  -&gt;  6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u.email_verification_code_digest  -&gt;  o HASH, nunca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u.verify_email_code!(codigo) duas vezes: true, depois false.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FIXTURES, TESTES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test/fixtures/users.yml com dois usuários: um verificado, outro não.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do User, dos concerns, do validador e do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 -&gt;  meta: 30 verdes.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  (o -a conserta a maioria sozinho)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8, com a tabela de erros de fixture.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