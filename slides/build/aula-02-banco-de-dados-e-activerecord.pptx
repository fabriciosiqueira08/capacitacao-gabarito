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 —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 —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 —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 —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 —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 — termos se aceitam uma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 — na edição de perfil não há senha para validar.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as três migrations e rode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db/schema.rb e confira as colunas.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User com has_secure_password e as validações.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os dois concerns e inclua no 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console: crie usuário, veja o digest, teste authenticate.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Emita um código, confirme, e tente confirmar de novo — tem que recusar.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e rode bin/rails test.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