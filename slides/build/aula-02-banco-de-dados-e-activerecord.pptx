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última linha é a diferença de filosofia. No Rails a fonte da verdade é</a:t>
            </a:r>
          </a:p>
          <a:p>
            <a:r>
              <a:t>a migration; a classe lê as colunas do banco em tempo de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Mostrar o password_digest na tela é o momento em que a</a:t>
            </a:r>
          </a:p>
          <a:p>
            <a:r>
              <a:t>ficha cai sobre hashing.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Guardar esse método: ele é usado na Aula 3, no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Banco de Dados,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ActiveRecord e o model User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2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Guardar dados de verdade, num Postgres.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migrations e ActiveRecord.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mais guardar senha em texto.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Criar o model User completo.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Temos uma API que responde GET /api/v1/status.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não guarda nada. Reiniciou, esqueceu tudo.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 ela ganha memória.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MODELO RELACIONAL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Tabela é uma planilha: colunas fixas, linhas variáveis.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linha tem um id único — a chave primária.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tabela aponta para outra por chave estrangeira.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é o sumário do livro: acha sem ler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 é a linguagem: SELECT, INSERT, UPDATE, DELETE.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POSTGRES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SQLite é um arquivo. Ótimo para app de celular e script.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servidor ele trava: uma escrita por vez no banco inteiro.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Postgres é servidor: aguenta concorrência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Tipos ricos (jsonb, arrays), índices parciais, transações.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seem-backend usa em produção.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Desenvolver no mesmo banco da produção evita bug que só aparece no deploy.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VAI NUM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e pronto.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versão, no mesmo comando.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docker compose down -v.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tem Postgres na máquina ocupando a 5432?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DB_PORT=5433 docker compose up -d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ORM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Object-Relational Mapping.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classe é uma tabela. Cada objeto é uma linha.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escreve Ruby; ele escreve SQL.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para nunca mais ver SQL — é para não escrever o trivial.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Quando a query fica esquisita, escreva SQL. É legítimo.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  ×  ACTIVERECORD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User.objects.filter(role='admin')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User.objects.get(id=1)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order_by('-created_at')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User.objects.count()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Campos declarados na classe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User.where(role: 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User.find(1)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order(created_at: :desc)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User.count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não declara nada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VAZIA JÁ SABE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5261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21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Isso já tem name, email, id, created_at, updated_at —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tudo que existir na tabela users.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A fonte da verdade é a migration, não a classe.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mudança no banco, versionada em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uma vez, em ordem, em todas as máquinas.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sua, na do colega e no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 migration CreateUsers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número no nome do arquivo é a data. É ele que define a ordem.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A TABELA USERS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97543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82439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CreateUsers &lt; ActiveRecord::Migration[8.1]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def change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create_table :users do |t|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:name,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:email,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:password_digest,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:course,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:matricula,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t.datetime :terms_accepted_at,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t.timestamps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:email,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:matricula,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DETALHES DA MIGRATION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t.timestamps cria created_at e updated_at — o Rails mantém sozinho.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add_index unique: true é restrição no BANCO, não no model.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importa: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requisições simultâneas passam pela validação juntas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duas consultam, as duas não acham ninguém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uma vence o índice único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Validação é para mensagem bonita. Índice é para garantir.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SCHEMA.RB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migrar, o Rails reescreve db/schema.rb.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retrato atual do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ele que cria o banco de teste — por isso vai versionado.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edita esse arquivo à mão.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edite migration que já rodou em produção. Crie outra.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NUNCA FAZER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guarde senha em texto.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Bancos vazam. É questão de quando.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Vazou em texto, você entregou a senha de todo mundo.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como as pessoas repetem senha, entregou o e-mail e o banco delas junto.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É CRIPTOGRAFIA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tem volta, com a chave.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tem volta. É caminho só de ida.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guarda a senha; guarda o resultado da função.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login, passa de novo e compara os resultados.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BCRYPT E NÃO SHA-256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SHA-256 é rápido — e é esse o problema.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GPU testa bilhões por segundo.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 é lento de propósito, com custo ajustável.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Melhorou o hardware? Você aumenta o custo.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gera um salt aleatório por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salt, mesma senha = mesmo hash, e uma tabela pronta quebra as duas.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 HASH BCRYPT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33238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16008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$2a$12$R9h/cIPz0gi.URNNX3kh2OPST9/PgBkqquzi.Ss7KIUgO2t0jWMUW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│  └─────────────── salt + hash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└────────────────── fator de custo (12 = 2^12 iterações)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└────────────────────── versão do algoritmo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HAS_SECURE_PASSWORD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05720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3256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Gemfile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gem "bcrypt", "~&gt; 3.1.7"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app/models/user.rb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has_secure_password validations: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Isso dá ao model: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user.password = "..."         grava o digest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user.authenticate("...")      confere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 senha em texto NUNCA toca o banco.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REGRAS DO USER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643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28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:name, presence: true, length: { maximum: 120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:email, presence: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uniqueness: { case_sensitive: false },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format: { with: URI::MailTo::EMAIL_REGEXP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:course, presence: true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:matricula, presence: true, uniqueness: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    format: { with: /\A\d{7}\z/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:terms_accepted_at, presence: true, on: :create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  :password_meets_policy, if: -&gt; { password.present? }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LENDO AS VALIDAÇÕES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validates (plural) usa um validador pronto.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 (singular) chama um método seu.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on: :create só valida na criação — termos se aceitam uma vez.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if: recebe um lambda — na edição de perfil não há senha para validar.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u.valid? e u.errors.full_messages no console.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Ana@UFOP.br e ana@ufop.br são o mesmo e-mail.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20.112-34 e 2011234 são a mesma matrícula.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normalize_email: strip + downcase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normalize_matricula: só os dígitos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isso o índice único não serve para nada: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acha que são valores diferentes.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MIXIN DA AULA 1, NA 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User vai ganhar confirmação de e-mail e recuperação de senha.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assuntos que não conversam entre si.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Juntos no user.rb viram um arquivo de 800 linhas.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assunto vira um módulo em app/models/concerns/.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Rails isso tem nome: concern.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CONCERN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27020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75386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module EmailVerifiable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extend ActiveSupport::Concern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CODE_TTL = 15.minutes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included do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scope :email_verified, -&gt; { where.not(email_verified_at: nil) }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email_verified?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email_verified_at.present?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issue_email_verification_code!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 = format("%06d", SecureRandom.random_number(1_000_000))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update!(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email_verification_code_digest: BCrypt::Password.create(code),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email_verification_expires_at: CODE_TTL.from_now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DECISÕES DENTRO DO CONCERN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de 6 dígitos também vira digest bcrypt.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uma senha temporária; quem lê o banco não pode usar.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em texto só existe no retorno do método.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vai para o e-mail e some. Não fica em coluna nem em log.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email_verified_at é data, não booleano.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booleano responde 'sim'; data responde 'sim, dia 12 às 14h'.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CONSOLE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BRINCANDO COM O MODEL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3284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01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bin/rails console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 = User.new(name: "Ana Souza", email: "ana@aluno.ufop.edu.br",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password: "Automic@2026", course: "Automação",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matricula: "2011234", terms_accepted_at: Time.current)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u.valid?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u.save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u.password_digest              # o hash, não a senha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u.authenticate("Automic@2026") # devolve o user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u.authenticate("errada")       # false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codigo = u.issue_email_verification_code!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u.verify_email_code!(codigo)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E FIXTURES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povoam o banco de desenvolvimento: bin/rails db:seed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Fixtures são os dados dos testes, em test/fixtures/users.yml.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carrega antes de cada teste e limpa depois.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teste começa do mesmo estado.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teste, users(:ana) devolve o registro.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QUE IMPORTA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7114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96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test "guarda o digest e nunca a senha em texto" do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 = build_user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user.save!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assert_not_equal "Automic@2026", user.password_digest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 user.authenticate("Automic@2026")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 user.authenticate("outra-senha")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SUTILEZA DE SEGURANÇA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authenticate_by_email roda o bcrypt SEMPRE.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quando o e-mail não existe, com um digest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quê? bcrypt é lento de propósito.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não existe → resposta em 1ms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existe, senha errada → resposta em 100ms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Cronometrando, dá para descobrir quem tem conta. É ataque de temporização.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as três migrations e rode db:migrate.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db/schema.rb e confira as colunas.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 User com has_secure_password e as validações.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os dois concerns e inclua no User.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console: crie usuário, veja o digest, teste authenticate.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Emita um código, confirme, e tente confirmar de novo — tem que recusar.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os testes e rode bin/rails test.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 é a fonte da verdade. O model não declara colunas.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único garante; validação dá mensagem bonita. Use os dois.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vira hash bcrypt, com salt, e não volta.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 é o mixin do Rails: um assunto por arquivo.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2"/>
              </a:lnSpc>
              <a:spcBef>
                <a:spcPct val="0"/>
              </a:spcBef>
            </a:pPr>
            <a:r>
              <a:rPr lang="en-US" sz="2601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PRÓXIMA: AUTENTICAÇÃO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