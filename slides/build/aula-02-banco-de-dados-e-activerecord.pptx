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minutos. Aquecimento, e garante que o ambiente da Aula 1 sobreviveu</a:t>
            </a:r>
          </a:p>
          <a:p>
            <a:r>
              <a:t>à semana. Quem não subir o banco aqui vai travar em tudo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linha é a diferença de filosofia. No Rails a fonte da verdade é</a:t>
            </a:r>
          </a:p>
          <a:p>
            <a:r>
              <a:t>a migration; a classe lê as colunas do banco em tempo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pegadinha do 0 e da string vazia derruba quem vem de Python. Vale</a:t>
            </a:r>
          </a:p>
          <a:p>
            <a:r>
              <a:t>rodar no irb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a prática mais longa do dia.</a:t>
            </a:r>
          </a:p>
          <a:p>
            <a:r>
              <a:t>Erro campeão: PG::DuplicateTable, de quem rodou duas vezes. A saída é</a:t>
            </a:r>
          </a:p>
          <a:p>
            <a:r>
              <a:t>db:drop db:create db:migrate — perde dados, e tudo bem agora.</a:t>
            </a:r>
          </a:p>
          <a:p>
            <a:r>
              <a:t>Insista: quando uma migration falha, a resposta está na LINHA SEGUINTE</a:t>
            </a:r>
          </a:p>
          <a:p>
            <a:r>
              <a:t>do erro, não na primeira.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sem escrever arquivo nenhum. É o que faz a seção de senha</a:t>
            </a:r>
          </a:p>
          <a:p>
            <a:r>
              <a:t>parar de ser teoria.</a:t>
            </a:r>
          </a:p>
          <a:p>
            <a:r>
              <a:t>A comparação de tempo é o argumento: bcrypt em centenas de ms, SHA-256</a:t>
            </a:r>
          </a:p>
          <a:p>
            <a:r>
              <a:t>em microssegundos. Quem rouba um banco testa bilhões de senhas por</a:t>
            </a:r>
          </a:p>
          <a:p>
            <a:r>
              <a:t>segundo com SHA-256, e algumas dezenas com bcrypt.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 minutos somando as duas. É o bloco em que eles mais escrevem hoje.</a:t>
            </a:r>
          </a:p>
          <a:p>
            <a:r>
              <a:t>Repare no validator com eles: tem o self.validate que instancia, o @ de</a:t>
            </a:r>
          </a:p>
          <a:p>
            <a:r>
              <a:t>instância e o private valendo da linha em diante. É a Aula 1 aparecendo.</a:t>
            </a:r>
          </a:p>
          <a:p>
            <a:r>
              <a:t>Quando valid? der false e ninguém souber por quê, a resposta é sempre</a:t>
            </a:r>
          </a:p>
          <a:p>
            <a:r>
              <a:t>p u.errors.full_messages. Ensine o reflexo.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o banco deixa de ser uma tabela e vira um</a:t>
            </a:r>
          </a:p>
          <a:p>
            <a:r>
              <a:t>modelo de dados.</a:t>
            </a:r>
          </a:p>
          <a:p>
            <a:r>
              <a:t>O dependent: :delete_all é o exercício avançado, e vale fazer ao vivo:</a:t>
            </a:r>
          </a:p>
          <a:p>
            <a:r>
              <a:t>LoginEvent.count antes e depois do destroy.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momento em que o módulo da Aula 1 deixa de ser teoria.</a:t>
            </a:r>
          </a:p>
          <a:p>
            <a:r>
              <a:t>O ponto a martelar: o banco guarda o digest do código, não o código.</a:t>
            </a:r>
          </a:p>
          <a:p>
            <a:r>
              <a:t>Mesma lição da senha, aplicada a outra coisa. Se alguém vazar o banco,</a:t>
            </a:r>
          </a:p>
          <a:p>
            <a:r>
              <a:t>não consegue confirmar a conta de ninguém.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Mostrar o password_digest na tela é o momento em que a</a:t>
            </a:r>
          </a:p>
          <a:p>
            <a:r>
              <a:t>ficha cai sobre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Guardar esse método: ele é usado na Aula 3, no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minutos. Fecha o dia e é a base da Aula 3.</a:t>
            </a:r>
          </a:p>
          <a:p>
            <a:r>
              <a:t>Erro campeão: teste que passa sozinho e falha junto com os outros. É</a:t>
            </a:r>
          </a:p>
          <a:p>
            <a:r>
              <a:t>quase sempre User.first no teste em vez de users(:ana).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Banco de Dados,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ActiveRecord e o model User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2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dados de verdade, num Postgres.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migrations e ActiveRecord.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mais guardar senha em texto.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Criar o model User completo.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Temos uma API que responde GET /api/v1/status.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não guarda nada. Reiniciou, esqueceu tudo.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ela ganha memória.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MODELO RELACIONAL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Tabela é uma planilha: colunas fixas, linhas variáveis.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linha tem um id único: a chave primária.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aponta para outra por chave estrangeira.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é o sumário do livro: acha sem ler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 é a linguagem: SELECT, INSERT, UPDATE, DELETE.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bloco de operações que acontece INTEIRO ou não acontece.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Deu erro no meio? O banco desfaz tudo. Chama-se rollback.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exemplo clássico: transferir dinheiro.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de um e creditar no outro têm que ser a mesma coisa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sozinho é dinheiro que sumiu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3, trocar a senha vai precisar exatamente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 EM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41963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88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user.invalidate_sessions!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user.clear_password_reset_code!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As três, ou nenhuma.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Repare no `!`: dentro da transação você QUER que estoure.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`save` devolve false em silêncio e a transação seguiria feliz.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POSTGRES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SQLite é um arquivo. Ótimo para app de celular e script.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servidor ele trava: uma escrita por vez no banco inteiro.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Postgres é servidor: aguenta concorrência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Tipos ricos (jsonb, arrays), índices parciais, transações.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seem-backend usa em produção.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Desenvolver no mesmo banco da produção evita bug que só aparece no deploy.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VAI NUM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e pronto.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versão, no mesmo comando.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docker compose down -v.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tem Postgres na máquina ocupando a 5432?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DB_PORT=5433 docker compose up -d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 — O BANCO DE PÉ, E O BCRYPT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Gemfile: gem "bcrypt", "~&gt; 3.1.7"  e  bundle install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runner 'puts BCrypt::Password.create("teste")[0,7]'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que sair $2a$12$ — o algoritmo e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ORM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Object-Relational Mapping.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classe é uma tabela. Cada objeto é uma linha.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escreve Ruby; ele escreve SQL.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para nunca mais ver SQL. É para não escrever o trivial.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query fica esquisita, escreva SQL. É legítimo.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  ×  ACTIVERECORD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User.objects.filter(role='admin')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User.objects.get(id=1)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order_by('-created_at')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User.objects.count()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Campos declarados na classe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User.where(role: 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User.find(1)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order(created_at: :desc)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User.count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não declara nada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VAZIA JÁ SABE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Isso já tem name, email, id, created_at, updated_at —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tudo que existir na tabela users.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A fonte da verdade é a migration, não a classe.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ACTIVESUPPORT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adiciona métodos às classes do próprio Ruby.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15.minutes  ·  1.day.ago  ·  2.weeks.from_now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Time.current (respeita o fuso da app; Time.now não)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"texto".blank?  ·  lista.present?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a gem activesupport, não é Ruby puro.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sair do Rails, esses métodos somem.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NIL, BLANK? E PRESENT?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91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60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nil.blank?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"".blank?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   ".blank?     # true   ← só espaço também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[].blank?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0.blank?         # false  ← zero NÃO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"oi".present?    # true — present? é o contrário de blank?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Em Ruby puro, só nil e false são falsos.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if 0 executa. if "" executa. Diferente de Python.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mudança no banco, versionada em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uma vez, em ordem, em todas as máquinas.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sua, na do colega e no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migration CreateUsers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número no nome do arquivo é a data. É ele que define 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TABELA USERS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97543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82439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CreateUsers &lt; ActiveRecord::Migration[8.1]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def change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create_table :users do |t|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:name,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:email,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:password_digest,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:course,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:matricula,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t.datetime :terms_accepted_at,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t.timestamps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:email,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:matricula,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DETALHES DA MIGRATION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t.timestamps cria created_at e updated_at, e o Rails mantém sozinho.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add_index unique: true é restrição no BANCO, não no model.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importa: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requisições simultâneas passam pela validação juntas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duas consultam, as duas não acham ninguém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uma vence o índice único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Validação é para mensagem bonita. Índice é para garantir.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SCHEMA.RB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migrar, o Rails reescreve db/schema.rb.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retrato atual do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ele que cria o banco de teste. Por isso vai versionado.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edita esse arquivo à mão.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edite migration que já rodou em produção. Crie outra.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 — AS TRÊS 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CreateUsers / AddEmailVerification / AddPasswordReset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de cada vez, e db:migrate entre elas.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db:migrate:status  -&gt;  três linhas "up"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o db/schema.rb e leia. Ele é o retrato do banco AGORA.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a tabela users tem 17 colunas (16 mais o id).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NUNCA FAZER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guarde senha em texto.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Bancos vazam. É questão de quando.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Vazou em texto, você entregou a senha de todo mundo.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como as pessoas repetem senha, entregou o e-mail e o banco delas junto.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É CRIPTOGRAFIA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tem volta, com a chave.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tem volta. É caminho só de ida.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guarda a senha; guarda o resultado da função.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login, passa de novo e compara os resultados.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BCRYPT E NÃO SHA-256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SHA-256 é rápido: e é esse o problema.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GPU testa bilhões por segundo.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 é lento de propósito, com custo ajustável.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Melhorou o hardware? Você aumenta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gera um salt aleatório por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salt, mesma senha = mesmo hash, e uma tabela pronta quebra as duas.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HASH BCRYPT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$2a$12$R9h/cIPz0gi.URNNX3kh2OPST9/PgBkqquzi.Ss7KIUgO2t0jWMUW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│  └─────────────── salt + hash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└────────────────── fator de custo (12 = 2^12 iterações)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└────────────────────── versão do algoritmo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HAS_SECURE_PASSWORD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05720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3256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Gemfile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gem "bcrypt", "~&gt; 3.1.7"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app/models/user.rb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has_secure_password validations: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Isso dá ao model: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user.password = "..."         grava o digest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user.authenticate("...")      confere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 senha em texto NUNCA toca o banco.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 — O BCRYPT NO CONSOLE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BCrypt::Password.create("Automic@2026") duas vezes. Deu diferente?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salt. Ninguém descobre que dois usuários têm a mesma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BCrypt::Password.new(digest) == "Automic@2026"  -&gt;  true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Compare o tempo com Digest::SHA256, usando Benchmark.realtime.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diga em voz alta por que a lentidão é uma CARACTERÍSTICA.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REGRAS DO USER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643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28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:name, presence: true, length: { maximum: 120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:email, presence: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uniqueness: { case_sensitive: false },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format: { with: URI::MailTo::EMAIL_REGEXP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:course, presence: true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:matricula, presence: true, uniqueness: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    format: { with: /\A\d{7}\z/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:terms_accepted_at, presence: true, on: :create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 :password_meets_policy, if: -&gt; { password.present? 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AS VALIDAÇÕES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validates (plural) usa um validador pronto.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 (singular) chama um método seu.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on: :create só valida na criação. Termos se aceitam uma vez.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if: recebe um lambda. Na edição de perfil não há senha para validar.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u.valid? e u.errors.full_messages no console.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Ana@UFOP.br e ana@ufop.br são o mesmo e-mail.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20.112-34 e 2011234 são a mesma matrícula.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normalize_email: strip + downcase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normalize_matricula: só os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isso o índice único não serve para nada: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acha que são valores diferentes.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4 E 5 — O VALIDADOR E O MODEL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app/validators/password_policy_validator.rb — o seu primeiro arquivo Ruby.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validate("abc") devolve a lista; validate("Automic@2026") devolve []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o app/models/user.rb: has_secure_password, validações, normalizes.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um User novo é valid? e tem digest começando em $2a$12$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User.new(email: "NAO-E-EMAIL").valid? e leia errors.full_messages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4 e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ASSOCIAÇÕES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NUNCA BASTA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sistema real tem tabelas que se referem umas às outras.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tem muitos pedidos. Pedido pertence a um usuário.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Palestra acontece numa sala. Sala tem muitas palestras.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criar a segunda tabela do projeto: login_events.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histórico de acessos da conta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banco te manda por e-mail: 'novo acesso detectado'.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GUARDA A CHAVE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relação um-para-muitos mora numa coluna só: a chave estrangeira.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login_events.user_id aponta para users.id.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CARREGA a coluna usa belongs_to.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é apontado usa has_many.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Regra prática: a chave fica sempre no lado 'muitos'.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MIGRATION DA SEGUNDA TABELA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82622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94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create_table :login_events do |t|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t.references :user, null: false, foreign_key: true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:client,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:ip_address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t.datetime :occurred_at,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t.timestamps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add_index :login_events, [ :user_id, :occurred_at ]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t.references cria a coluna user_id, o índice E a chave estrangeira.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foreign_key: true faz o BANCO recusar linha órfã.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 NO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2236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4920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has_many :login_events, dependent: :delete_all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LoginEvent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belongs_to :user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dependent: :delete_all — apagar o usuário apaga o histórico junto.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Sem isso sobram linhas apontando para um id que não existe mais.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belongs_to já exige presença: LoginEvent sem user é inválido.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USANDO A ASSOCIAÇÃO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8251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50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Criar PELA associação já preenche o user_id: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user.login_events.create!(client: "mobile", occurred_at: Time.current)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user.login_events.count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user.login_events.recentes.limit(5)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evento.user.name              # navega para o outro lado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Scope é consulta com nome, e encadeia: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user.login_events.recentes.limit(10)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ARMADILHA N+1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users.each { |u| puts u.login_events.count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100 usuários, isso são 101 consultas ao banco.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 para buscar os usuários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100 para buscar o histórico de cada um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correção é uma palavra: User.includes(:login_events)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Aí são 2 consultas, sempre.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problema de performance nº 1 de app Rails. E o mais fácil de achar.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 — A SEGUNDA TABELA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CreateLoginEvents, e o model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belongs_to :user de um lado, has_many :login_events do outro.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u.login_events.create!(client: "mobile", occurred_at: Time.current)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u.login_events.recentes.first.user.name  -&gt;  navega para o outro lado.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apague o usuário e confira que os eventos foram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MIXIN DA AULA 1, NA 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User vai ganhar confirmação de e-mail e recuperação de senha.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assuntos que não conversam entre si.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Juntos no user.rb viram um arquivo de 800 linhas.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assunto vira um módulo em app/models/concerns/.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Rails isso tem nome: concern.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CONCERN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27020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75386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module EmailVerifiable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extend ActiveSupport::Concern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CODE_TTL = 15.minutes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included do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scope :email_verified, -&gt; { where.not(email_verified_at: nil)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email_verified?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email_verified_at.present?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issue_email_verification_code!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 = format("%06d", SecureRandom.random_number(1_000_000))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update!(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email_verification_code_digest: BCrypt::Password.create(code),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email_verification_expires_at: CODE_TTL.from_now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DECISÕES DENTRO DO CONCERN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de 6 dígitos também vira digest bcrypt.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uma senha temporária; quem lê o banco não pode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em texto só existe no retorno do método.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vai para o e-mail e some. Não fica em coluna nem em log.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email_verified_at é data, não booleano.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booleano responde 'sim'; data responde 'sim, dia 12 às 14h'.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 — OS DOIS CONCERNS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app/models/concerns/email_verifiable.rb e password_resettable.rb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os dois no User.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codigo = u.issue_email_verification_code!  -&gt;  6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u.email_verification_code_digest  -&gt;  o HASH, nunca o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u.verify_email_code!(codigo) duas vezes: true, depois false.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CONSOLE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BRINCANDO COM 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3284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01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bin/rails console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 = User.new(name: "Ana Souza", email: "ana@aluno.ufop.edu.br",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password: "Automic@2026", course: "Automação",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matricula: "2011234", terms_accepted_at: Time.current)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u.valid?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u.save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u.password_digest              # o hash, não a senha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u.authenticate("Automic@2026") # devolve o user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u.authenticate("errada")       # false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codigo = u.issue_email_verification_code!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u.verify_email_code!(codigo)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E FIXTURES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povoam o banco de desenvolvimento: bin/rails db:seed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Fixtures são os dados dos testes, em test/fixtures/users.yml.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carrega antes de cada teste e limpa depois.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teste começa do mesmo estado.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teste, users(:ana) devolve o registro.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IMPORTA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7114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96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test "guarda o digest e nunca a senha em texto" do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 = build_user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assert_not_equal "Automic@2026", user.password_digest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 user.authenticate("Automic@2026")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 user.authenticate("outra-senha")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SUTILEZA DE SEGURANÇA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authenticate_by_email roda o bcrypt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quando o e-mail não existe, com um digest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quê? bcrypt é lento de propósito.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não existe → resposta em 1ms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existe, senha errada → resposta em 100ms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Cronometrando, dá para descobrir quem tem conta. É ataque de temporização.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 — FIXTURES, TESTES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test/fixtures/users.yml com dois usuários: um verificado, outro não.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os testes do User, dos concerns, do validador e do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 -&gt;  meta: 30 verdes.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  (o -a conserta a maioria sozinho)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8, com a tabela de erros de fixture.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 é a fonte da verdade. O model não declara colunas.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único garante; validação dá mensagem bonita. Use os dois.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vira hash bcrypt, com salt, e não volta.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 é o mixin do Rails: um assunto por arquivo.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2"/>
              </a:lnSpc>
              <a:spcBef>
                <a:spcPct val="0"/>
              </a:spcBef>
            </a:pPr>
            <a:r>
              <a:rPr lang="en-US" sz="260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PRÓXIMA: AUTENTICAÇÃO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