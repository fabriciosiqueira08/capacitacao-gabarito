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/>
          <a:p>
            <a:r>
              <a:t>ANTES DE MANDAR RODAR: pare e cobre o rm -rf db/migrate db/schema.rb.</a:t>
            </a:r>
          </a:p>
          <a:p>
            <a:r>
              <a:t>As migrations que eles geraram na Aula 2 têm o horário deles; as do</a:t>
            </a:r>
          </a:p>
          <a:p>
            <a:r>
              <a:t>gabarito têm outro. Sem apagar, ficam duas classes CreateUsers e o Rails</a:t>
            </a:r>
          </a:p>
          <a:p>
            <a:r>
              <a:t>morre em QUALQUER comando, com "Multiple migrations have the name".</a:t>
            </a:r>
          </a:p>
          <a:p>
            <a:r>
              <a:t>É o erro que trava a aula inteira no primeiro comando do dia.</a:t>
            </a:r>
          </a:p>
          <a:p/>
          <a:p>
            <a:r>
              <a:t>O segundo erro do bloco é o Gemfile não ir junto no rsync, que dá</a:t>
            </a:r>
          </a:p>
          <a:p>
            <a:r>
              <a:t>uninitialized constant Rack::Cors.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 Cole um token em jwt.io e mostre o payload legível, ou rode no</a:t>
            </a:r>
          </a:p>
          <a:p>
            <a:r>
              <a:t>console: Base64.decode64(token.split(".")[1]).</a:t>
            </a:r>
          </a:p>
          <a:p>
            <a:r>
              <a:t>A frase: "está assinado, não está criptografado. Qualquer um lê. Então</a:t>
            </a:r>
          </a:p>
          <a:p>
            <a:r>
              <a:t>nunca ponham aqui nada que não possa ser lido."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o que a Prática 8 transforma em experiência. Avise que eles</a:t>
            </a:r>
          </a:p>
          <a:p>
            <a:r>
              <a:t>vão fazer isso na mão hoje: trocar o true por false e entrar como outra</a:t>
            </a:r>
          </a:p>
          <a:p>
            <a:r>
              <a:t>pessoa, sem saber a senha dela.</a:t>
            </a:r>
          </a:p>
          <a:p>
            <a:r>
              <a:t>Já foi CVE em várias bibliotecas de JWT, com exatamente este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o tempo apertar, é aqui que você corta (este e o CSRF). O material fica</a:t>
            </a:r>
          </a:p>
          <a:p>
            <a:r>
              <a:t>na apostila e nenhuma prática depende deles.</a:t>
            </a:r>
          </a:p>
          <a:p>
            <a:r>
              <a:t>Antes de cortar, deixe uma frase: "existe um jeito de roubar o token pelo</a:t>
            </a:r>
          </a:p>
          <a:p>
            <a:r>
              <a:t>navegador, e é por isso que o cookie é httponly."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dos quatro momentos de "enumeração" da aula. A essa altura</a:t>
            </a:r>
          </a:p>
          <a:p>
            <a:r>
              <a:t>pergunte ANTES de virar o slide: "o e-mail não existe. O que</a:t>
            </a:r>
          </a:p>
          <a:p>
            <a:r>
              <a:t>respondemos?" Eles começam a acertar sozinhos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Conduza como problema, não como solução. Pergunte de verdade e espere:</a:t>
            </a:r>
          </a:p>
          <a:p>
            <a:r>
              <a:t>"o token vale 24h e o servidor não guarda sessão. O que SAIR significa?"</a:t>
            </a:r>
          </a:p>
          <a:p>
            <a:r>
              <a:t>Deixe alguém propor "apaga no cliente", aceite, e só então pergunte "e se</a:t>
            </a:r>
          </a:p>
          <a:p>
            <a:r>
              <a:t>já copiaram o token?". A solução entra muito melhor depois da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sacada, e vale marcar: o TTL de cada entrada é exatamente o que faltava</a:t>
            </a:r>
          </a:p>
          <a:p>
            <a:r>
              <a:t>para o token expirar. Depois disso ele já não vale por si, e guardar mais</a:t>
            </a:r>
          </a:p>
          <a:p>
            <a:r>
              <a:t>seria lixo eterno.</a:t>
            </a:r>
          </a:p>
          <a:p>
            <a:r>
              <a:t>Pergunta que aparece: "e se o cache cair?" Cai a revogação daquele token</a:t>
            </a:r>
          </a:p>
          <a:p>
            <a:r>
              <a:t>até ele expirar. É o custo, e é aceitável para 24h.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"enumeração". Faça ao vivo, lado a lado: um e-mail que existe e</a:t>
            </a:r>
          </a:p>
          <a:p>
            <a:r>
              <a:t>um que não existe, e mostre as duas respostas iguais na tela. É bem mais</a:t>
            </a:r>
          </a:p>
          <a:p>
            <a:r>
              <a:t>convincente que 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comum de quem começa a testar: comparar o número (assert_equal 401)</a:t>
            </a:r>
          </a:p>
          <a:p>
            <a:r>
              <a:t>em vez do símbolo. O símbolo sobrevive a refatoração e diz o que você</a:t>
            </a:r>
          </a:p>
          <a:p>
            <a:r>
              <a:t>quis dizer.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APAGUE db/migrate e db/schema.rb ANTES do rsync.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ficam duas CreateUsers e o Rails para de funcionar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rsync, bundle install, e db:drop db:create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71 testes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leia cinco arquivos: register, issue_token, authentication,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 e complete_password_reset.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INSOMNIA: POST /api/v1/registrations, body JSON.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201, e no corpo email_verified: false.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nenhum password nem digest: é o serializer decidindo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e-mail abriu no navegador. ANOTE o código de 6 dígitos.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as outras 7 requisições da coleção. Você usa todas hoje.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e-mail. A mensagem entrega que ele existe?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/sessions ANTES de confirmar.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403, code: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e não 401: a senha está CERTA, a conta é que não está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POST /email_verifications/confirm com o código -&gt;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/sessions -&gt; 200. O TOKEN VEM NO CABEÇALHO, não no corpo.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aba Headers: Authorization: Bearer eyJ...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no header de GET /me  -&gt;  VOCÊ DEVE VER: 200, com os seus dados.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jwt.io: ache sub, jti, ver e exp.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cronometre o login com e-mail que existe e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Antes de rodar, APOSTE: o /me vai dar 200 ou 401?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  -&gt; 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 /me com o MESMO token  -&gt;  VOCÊ DEVE VER: 401.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ainda bate e o exp ainda está no futuro.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DECIDIU não aceitar: o jti está na denylist.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Login, guarde o token. Peça a recuperação, troque 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o token ANTIGO  -&gt;  VOCÊ DEVE VER: 401.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a senha derrubou TODAS as sessões, em todos os aparelhos.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a MESMA resposta. Ponha as duas lado a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71 verdes, 0 ofensas, No warnings found.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VOCÊ DEVE VER: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