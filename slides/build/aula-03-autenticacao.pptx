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assunto volta mais três vezes hoje. Vale marcar.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Escolhemos token porque o cliente principal é um app nativo — que não</a:t>
            </a:r>
          </a:p>
          <a:p>
            <a:r>
              <a:t>tem cookie e roda em milhares de 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As Rotas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3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ativação, login, logout e recuperação de senha.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JWT de verdade: e o que ele não é.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Descobrir por que logout é o problema difícil.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Aprender a não vazar informação nas respostas.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DE UMA REQUISIÇÃO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003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687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 → rota → controller → service → model → banco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  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serializer → JSON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A regra que organiza tudo: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Controller recebe requisição e devolve resposta.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Regra de negócio NÃO mora nele.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ARQUITETURA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SERVICE OBJECT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Users::Register faz seis coisas.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Dentro do controller vira um método de 60 linhas.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só dá para testar subindo uma requisição HTTP inteira.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dele: testável direto e reaproveitável.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padrão é sempre igual: um call de classe, um Result.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FORMATO DE UM SERVICE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7737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0421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 = Users::Register.call(name: "...", email: "...")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result.success?   # true / false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result.user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result.errors     # [{ field: "password", message: "..." }]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SERIALIZER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render json: user manda o objeto INTEIRO.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Incluindo password_digest e os digests dos códigos.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Vazamento em uma linha.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serializer é a lista de convidados: só entra quem está escrito lá.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FORMATO DE ERRO SÓ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96188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3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"error": 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"code": "validation_failed",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"message": "Falha na validação",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"details": [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{ "field": "password", "message": "deve incluir um dígito"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]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O FORMATO DE ERRO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code é estável: o cliente decide o que fazer com base nele.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message é para o usuário ler. Pode mudar, pode ser traduzida.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details diz qual campo falhou, para o app pintar o input de vermelho.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que erra de três jeitos força o cliente a tratar os três.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BEFORE_ACTION: O FILTRO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426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95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class MeController &lt; BaseController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before_action :authenticate_user!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render_user(current_user)   # só roda se passou pelo filtro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filtro roda ANTES da action.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 ele renderizar alguma coisa (o 401), a action nem é chamada.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only: e except: limitam a quais actions ele se aplica: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  before_action :authenticate_user!, only: :destroy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PILHA DE MIDDLEWARE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não cai direto no controller.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atravessa uma pilha de camadas: o middleware.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camada pode ler, alterar, ou responder e cortar o caminho.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onde moram CORS, cookies e rate limit.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middleware lista a pilha inteira do seu app.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modo --api remove várias. Trouxemos os cookies de volta na mão.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COMPLETO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Rack::Cors ]          ← libera (ou não) a origem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ActionDispatch::Cookies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...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rota → before_action → controller → service → model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serializer → JSON → resposta (voltando pela mesma pilha)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STRONG PARAMETERS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01017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78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registration_params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expect_root_params(:name, :email, :password, :confirm_password,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                 :course, :matricula, :check_terms_use)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params.expect EXIGE essas chaves e RECUSA o resto.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Sem isso alguém manda "role": "admin" no cadastro e vira admin.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nome disso é mass assignment.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/API/V1/REGISTRATIONS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"name": "Diego Reis",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"email": "diego@aluno.ufop.edu.br",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"confirm_password":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"course": "Engenharia de Minas",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"matricula": "2013333",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"check_terms_use": true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}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→ 201 Created + e-mail de ativação a caminho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DECISÃO QUE NÃO É ÓBVIA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já cadastrado NÃO devolve 'este e-mail já existe'.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devolvesse, o cadastro viraria um verificador.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Testo mil e-mails e descubro quem tem conta no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Chama-se enumeração de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custo é real: quem esqueceu que já tem conta fica sem mensagem clara.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saída é o texto convidar a usar 'esqueci minha senha'.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MAILER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347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0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class UserMailer &lt; ApplicationMailer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def email_verification(user, code)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@user = user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@code = code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mail(to: @user.email, subject: "Ative sua conta")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O template fica em: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app/views/user_mailer/email_verification.text.erb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Um mailer é um controller cujas views são e-mails.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DESENVOLVIMENTO NÃO HÁ SMTP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letter_opener abre o e-mail no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config.action_mailer.delivery_method = :letter_opener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produção, SMTP_ADDRESS e companhia vêm dos secrets do Kamal.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código, dois comportamentos, decididos por ENV.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DELIVER_NOW, E NÃO DELIVER_LATER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de livro seria jogar numa fila.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Aqui não. O motivo é o código de 6 dígitos.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fila, ele ficaria gravado EM TEXTO na tabela de jobs.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preço é a requisição esperar o SMTP.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service tem rescue: falha de envio não pode virar 500.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da Aula 1? HTTP não tem memória.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requisição começa do zero.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como o servidor sabe que você já entrou?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FAMÍLIAS DE RESPOSTA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guarda a sessão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id no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requisição consulta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apagar: imediato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Escalar exige sessão compartilhada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nada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crachá assinado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validar a assinatura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o problema difícil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Qualquer servidor valida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 NO SERVIDOR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JWT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eyJhbGciOiJIUzI1NiJ9 . eyJzdWIiOjIsInZlciI6MH0 . 4pQ8L_5fT...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cabeçalho                  payload            assinatura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Três partes em Base64, separadas por ponto.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NÃO É SEGREDO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é uma forma de escrever bytes usando só letras e números.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 para caber num cabeçalho HTTP, que é texto.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criptografia. Não tem chave. Qualquer um desfaz.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eyJzdWIiOjJ9 | base64 -d  →  {"sub":2}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Aquele monte de caractere no JWT é isso: texto disfarçado.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um token em jwt.io e você lê tudo.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garante que ninguém ALTEROU o conteúdo.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que ninguém LEU.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não é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ponha no payload nada que não possa ser lido.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nem CPF, nem e-mail, nem permissão sensível.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NOSSO PAYLOAD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sub: user.id,                  # de quem é o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ver: user.token_version,       # versão das sessões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jti: SecureRandom.uuid,        # id único deste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exp: 24.hours.from_now.to_i,   # expiração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iat: Time.current.to_i         # emitido em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DETALHE QUE QUEBRA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39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6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JWT.decode(token, secret, true, { algorithm: "HS256" })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                        ^^^^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Esse `true` é a validação da assinatura.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Com `false`, o decode aceita QUALQUER token — e qualquer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pessoa forja o próprio acesso trocando o `sub`.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Já foi CVE em várias bibliotecas.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CLIENTES, DOIS TRANSPORTES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Bearer &lt;token&gt;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 nativo não tem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guarda no keychain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Cookie assinado e httpOnly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JavaScript não lê 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XSS não rouba o token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WEB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MOBILE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COOKIE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servidor manda no cabeçalho Set-Cookie.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guarda e reenvia SOZINHO, em toda requisição àquele site.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 memória que o HTTP não tem, colada por fora.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manda é o navegador: o app nativo não participa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(signed): o Rails carimba o valor;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alterou na mão, o Rails recusa.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COOKIE DO CLIENTE WEB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12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9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cookies.signed[AUTH_COOKIE] = {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value: token,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httponly: true,                   # JavaScript não enxerga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secure: Rails.env.production?,    # só trafega em HTTPS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same_site: :lax                   # mitiga CSRF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XSS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Scripting.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atacante consegue rodar JavaScript DENTRO da sua página.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Como? Você exibiu texto de usuário sem escapar.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alguém salva &lt;script&gt;...&lt;/script&gt; como nome e você imprime cru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JS rodando na página, ele lê tudo que o JS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httponly existe: o token no cookie fica fora do alcance.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CSRF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Request Forgery.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que o navegador reenvia o cookie SOZINHO?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site malicioso monta um formulário que aponta para a sua API.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vítima clica; o navegador anexa o cookie dela; a API obedece.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same_site: :lax manda o navegador não enviar o cookie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requisição vem de outro site.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com token no cabeçalho não sofre disso: ninguém anexa por você.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 ×  403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Unauthorized: não sabemos quem é você.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errada, token ausente, token inválido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Forbidden: sabemos quem é você, e você não pode.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 sem e-mail confirmado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os dois é o erro mais comum em API.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MENSAGEM PARA OS DOIS ERROS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 e senha errada: mesmo código, mesma mensagem.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invalid_credentials para os dois. Terceira vez que isso aparece.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lembra do DUMMY_PASSWORD_DIGEST da Aula 2?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fecha o buraco pelo lado do TEMPO.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adianta a mensagem ser igual se a resposta volta em 1ms num caso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em 100ms no outro.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 DIFÍCIL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JWT é válido até expirar.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sessão.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'sair' não existe.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continua funcionando por até 24 horas.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RESPOSTAS POSSÍVEIS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a) Apagar no cliente.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resolve o caso normal, não resolve nada se copiaram o token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b) Denylist por jti: revoga aquele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c) token_version: derruba todos os tokens do usuário.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b e c.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DENYLIST POR JTI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430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1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revoke(payload)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jti = payload[:jti]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ttl = payload[:exp].to_i - Time.current.to_i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return false if jti.blank? || ttl &lt;= 0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Rails.cache.write(key(jti), true, expires_in: ttl.seconds)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revoked?(jti)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Rails.cache.exist?(key(jti))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SACADA ESTÁ NO TTL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entrada vive o tempo que faltava para o token expirar.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o token morre sozinho e a entrada não serve mais.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lista se limpa sem varredura e sem lixo acumulado.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revoga UM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no celular não derruba o notebook. E é o certo.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TOKEN_VERSION: DERRUBA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1145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830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token_version_matches?(submitted_version)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token_version == submitted_version.to_i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invalidate_sessions!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update!(token_version: token_version + 1)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token carrega o `ver` de quando foi emitido.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Incrementar a coluna invalida TODOS os tokens do usuário,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em todos os dispositivos.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VERIFICAÇÃO COMPLETA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6088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29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def user_from_token(token)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payload = Auth::DecodeToken.call(token)              # 1. assinatura?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return if Auth::TokenDenylist.revoked?(payload[:jti]) # 2. revogado?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= User.find_by(id: payload[:sub])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if user&amp;.token_version_matches?(payload[:ver])   # 3. versão bate?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rescue Auth::DecodeToken::InvalidToken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nil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RECUPERAÇÃO EM DOIS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/password_resets/request  { email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/password_resets/confirm  { email, code, password, confirm_password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Público: quem esqueceu a senha não consegue se autenticar para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REQUEST SEMPRE RESPONDE 200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inexistente, não verificado, em cooldown, SMTP fora do 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resposta, mesmo status,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respondesse 404, esta rota pública viraria verificador de cadastro.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Quarta vez que o assunto aparece hoje: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GUARDAS DENTRO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conta verificada recebe código.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dá para sequestrar cadastro feito com o e-mail de outra pessoa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Cooldown de 1 minuto.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usam o seu servidor de e-mail para incomodar terceiros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CONFIRM: A TRANSAÇÃO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user.save!                       # troca a senha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user.invalidate_sessions!        # derruba todas as sessões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user.clear_password_reset_code!  # consome o código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três juntas ou nenhuma.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Sem a transação, uma falha no meio deixa a senha trocada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com o código ainda valendo.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SUTILEZAS DE ORDEM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política de senha é conferida ANTES de consumir o código.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quem digita a senha nova errada perde o código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invalidate_sessions! é o ponto do fluxo inteiro.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alguém invadiu a conta, trocar a senha tem que expulsar o invasor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essa linha, ele continua logado com o token antigo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RESUME A AULA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7388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423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test "logout revoga o token apresentado"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token = login_as(users(:ana))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:ok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delete "/api/v1/sessions",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:unauthorized   # sem a denylist, daria 200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PEGADINHA DE TESTE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teste, o Rails.cache padrão é o null_store.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não guarda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acima passaria de graça, provando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test_helper troca por um MemoryStore.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 que passa sem exercitar a lógica é pior que teste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FERRAMENTAS DE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bin/rubocop: estilo. O black/ruff do Ruby.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bin/brakeman: análise estática de segurança.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bundler-audit: gems com CVE conhecido.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rodam no CI, na Aula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bloqueia página em painel.exemplo.com chamar api.exemplo.com.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Esta config é a API dizendo quais origens aceita.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nativo NÃO passa por CORS. É regra de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prática, existe por causa do painel web.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as cinco rotas.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Insomnia, uma requisição para cada uma.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Percorra: cadastro → e-mail → confirmação → login → /me → logout → 401.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Recupere a senha e confira que o token antigo parou de funcionar.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o seu token em jwt.io e ache o sub, o jti e o exp.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test, rubocop e brakeman.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recebe e responde; a regra mora no service.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Serializer é a lista de convidados. Sem ele o digest vaza.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do JWT é público. Assinado ≠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de verdade precisa de denylist por jti.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 derruba tudo, e é o que a troca de senha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  <a:spcBef>
                <a:spcPct val="0"/>
              </a:spcBef>
            </a:pPr>
            <a:r>
              <a:rPr lang="en-US" sz="325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COLOCAR NO 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