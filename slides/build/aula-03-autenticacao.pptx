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isto explicitamente, ou parte da turma vai sentir que está sendo</a:t>
            </a:r>
          </a:p>
          <a:p>
            <a:r>
              <a:t>passada para trás ("não vou escrever o código?").</a:t>
            </a:r>
          </a:p>
          <a:p>
            <a:r>
              <a:t>O argumento honesto: digitar 1400 linhas copiando ensina menos que as</a:t>
            </a:r>
          </a:p>
          <a:p>
            <a:r>
              <a:t>oito práticas de hoje. E ler código alheio é literalmente 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minutos: 5 de comando, 15 de leitura. A leitura é a parte que conta.</a:t>
            </a:r>
          </a:p>
          <a:p>
            <a:r>
              <a:t>Se o Gemfile não for junto no rsync, dá uninitialized constant</a:t>
            </a:r>
          </a:p>
          <a:p>
            <a:r>
              <a:t>Rack::Cors. É o erro número um deste bloco.</a:t>
            </a:r>
          </a:p>
          <a:p>
            <a:r>
              <a:t>Faça a leitura guiada projetando os cinco arquivos, um por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Primeira rota que cria alguma coisa.</a:t>
            </a:r>
          </a:p>
          <a:p>
            <a:r>
              <a:t>Erros campeões: 400 por campo faltando (o params.expect é rígido de</a:t>
            </a:r>
          </a:p>
          <a:p>
            <a:r>
              <a:t>propósito) e 415 por esquecer o Content-Type.</a:t>
            </a:r>
          </a:p>
          <a:p>
            <a:r>
              <a:t>Quem apanhar de aspas no shell, mande usar o Insomnia — é para isso</a:t>
            </a:r>
          </a:p>
          <a:p>
            <a:r>
              <a:t>que ele está na lista de ferramentas.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fica claro por que existe conta não ativada.</a:t>
            </a:r>
          </a:p>
          <a:p>
            <a:r>
              <a:t>O avançado amarra com a Prática 7 da Aula 2: o código é apagado ao ser</a:t>
            </a:r>
          </a:p>
          <a:p>
            <a:r>
              <a:t>usado. Se alguém não lembrar, mande voltar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núcleo da aula.</a:t>
            </a:r>
          </a:p>
          <a:p>
            <a:r>
              <a:t>Se $TOKEN sair vazio, mande rodar o curl -i sozinho e olhar se o</a:t>
            </a:r>
          </a:p>
          <a:p>
            <a:r>
              <a:t>cabeçalho Authorization está lá.</a:t>
            </a:r>
          </a:p>
          <a:p>
            <a:r>
              <a:t>No jwt.io ele vai dizer "invalid signature" — é esperado, ele não tem o</a:t>
            </a:r>
          </a:p>
          <a:p>
            <a:r>
              <a:t>segredo. Eles só querem LER o payload, e ver que é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 prática que mostra a diferença entre apagar no</a:t>
            </a:r>
          </a:p>
          <a:p>
            <a:r>
              <a:t>cliente e revogar no servidor.</a:t>
            </a:r>
          </a:p>
          <a:p>
            <a:r>
              <a:t>O avançado leva à pergunta boa: por que a entrada da denylist tem TTL,</a:t>
            </a:r>
          </a:p>
          <a:p>
            <a:r>
              <a:t>e por que o TTL é exatamente o que restava do token? Porque depois do</a:t>
            </a:r>
          </a:p>
          <a:p>
            <a:r>
              <a:t>exp o token já não vale por si — guardar mais seria lixo eterno.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fluxo mais completo do sistema.</a:t>
            </a:r>
          </a:p>
          <a:p>
            <a:r>
              <a:t>O segundo confere é o mais importante da prática, e o mais fácil de</a:t>
            </a:r>
          </a:p>
          <a:p>
            <a:r>
              <a:t>pular. Faça ao vivo, lado a lado: e-mail que existe e e-mail que não</a:t>
            </a:r>
          </a:p>
          <a:p>
            <a:r>
              <a:t>existe, mesma resposta, byte por 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Quebrar de propósito e ver o teste específico acusar é o que transforma</a:t>
            </a:r>
          </a:p>
          <a:p>
            <a:r>
              <a:t>"teste é chato" em "teste é rede de segurança". Não pule.</a:t>
            </a:r>
          </a:p>
          <a:p>
            <a:r>
              <a:t>git checkout . desfaz tudo o que não foi commitado, se alguém se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se sobrou tempo. É o exercício que faz entender o que uma</a:t>
            </a:r>
          </a:p>
          <a:p>
            <a:r>
              <a:t>assinatura garante.</a:t>
            </a:r>
          </a:p>
          <a:p>
            <a:r>
              <a:t>Cobre o desfazer em voz alta: git checkout app/services/auth/decode_token.rb.</a:t>
            </a:r>
          </a:p>
          <a:p>
            <a:r>
              <a:t>Ninguém pode sair da sala com essa linha em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verdade: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1: uma API que responde JSON.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2: um User que sabe guardar senha do jeito certo.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as duas viram um sistema de autenticação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 por e-mail, login, logout e recuperação de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mesmo código que roda no seem-backend, num evento com ~500 pessoas.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 É DIFERENTE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1400 linhas em 37 arquivos. Ninguém digita isso em três horas.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hoje vocês TRAZEM o código pronto e passam a aula operando.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Operar, quebrar de propósito, e entender por 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não é atalho: é o que a gente faz na maior parte do tempo real.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ler código que já existe, descobrir por que é assim, e mexer com segurança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tem que sair daqui é POR QUE cada peça existe.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estável: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camadas: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TRAGA O CÓDIGO E LEIA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do gabarito aula-03, bundle install,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test  -&gt;  71 verdes. NÃO siga sem 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leia cinco arquivos, nesta ordem, abrindo no editor: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register.rb · issue_token.rb · authentication.rb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token_denylist.rb · complete_password_reset.rb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Ache o Struct de retorno e os argumentos nomeados. Estão em todos.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CADASTRO NO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-X POST $API/registrations com o JSON completo.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201, e o e-mail abriu no navegador. ANOTE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coleção inteira no Insomnia: são 8 requisições.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cadastre o MESMO e-mail de novo. Que status, e que mensagem?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mensagem entrega ao atacante que aquele e-mail já existe?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E-MAIL E A CONFIRMAÇÃO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Tente logar ANTES de confirmar. Confere: 403 email_unverified.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está certa. O que falta é a conta estar ativa.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/email_verifications/confirm com o código de 6 dígitos.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mande o MESMO código de novo. Funciona duas vezes?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apagar: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navegador: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Unauthorized: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Forbidden: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LOGIN, E O TOKEN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 e capture o token do cabeçalho Authorization.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$API/me -H "Authorization: Bearer $TOKEN"  -&gt;  200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guardou sessão nenhuma. Ele LEU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token em jwt.io. Ache o sub, o jti, o ver e o exp.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troque UM caractere do token e chame /me. Que status?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jti: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token_version: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notebook.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LOGOUT QUE REVOGA DE VERDADE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/sessions com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Depois: curl -i $API/me com o MESMO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O token ainda é válido e ainda não expirou.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 denylist, isso responderia 200 até o exp chegar.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Rails.cache.read("denylist:&lt;o-seu-jti&gt;") no console.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RECUPERAÇÃO DE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login, guarde o token. Peça a recuperação e confirme a nova senha.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chame /me com o token ANTIGO.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Trocar a senha derrubou todas as sessões abertas.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token_version subindo. Quem roubou o seu token acabou de perdê-lo.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 também: peça recuperação para um e-mail que NÃO existe.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é idêntica. Isso é resistência a enumeração.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bin/rubocop: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bin/brakeman: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bundler-audit: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CORS.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TESTES 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· bin/rubocop · bin/brakeman --no-pager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comente a linha da denylist no authentication.rb.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os testes e veja QUAL fica vermelho.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Era ele que estava te protegendo.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AVANÇADO: QUEBRE A ASSINATURA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decode_token.rb, troque o true por false (é o "verifique a assinatura?").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Forje um token assinado com OUTRO segredo, pelo rails runner.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ele. Confere: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como outra pessoa, sem saber a senha dela.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DESFAÇA, e rode os testes: um deles estava te protegendo disso.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convidados.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