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 —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 —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 —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 —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 —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 —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 —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 —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 —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 —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—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 —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 —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 —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as cinco rotas.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Insomnia, uma requisição para cada uma.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Percorra: cadastro → e-mail → confirmação → login → /me → logout → 401.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Recupere a senha e confira que o token antigo parou de funcionar.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seu token em jwt.io e ache o sub, o jti e o exp.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test, rubocop e brakeman.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 —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