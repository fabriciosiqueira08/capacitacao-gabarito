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2"/>
    <p:sldId id="260" r:id="rId14"/>
    <p:sldId id="261" r:id="rId15"/>
    <p:sldId id="262" r:id="rId16"/>
    <p:sldId id="263" r:id="rId17"/>
    <p:sldId id="264" r:id="rId18"/>
    <p:sldId id="265" r:id="rId19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  <p:sldId id="310" r:id="rId64"/>
    <p:sldId id="311" r:id="rId65"/>
    <p:sldId id="312" r:id="rId66"/>
    <p:sldId id="313" r:id="rId67"/>
    <p:sldId id="314" r:id="rId68"/>
    <p:sldId id="315" r:id="rId69"/>
    <p:sldId id="316" r:id="rId70"/>
    <p:sldId id="317" r:id="rId71"/>
    <p:sldId id="318" r:id="rId72"/>
    <p:sldId id="319" r:id="rId73"/>
    <p:sldId id="320" r:id="rId74"/>
    <p:sldId id="321" r:id="rId75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5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64" Type="http://schemas.openxmlformats.org/officeDocument/2006/relationships/slide" Target="slides/slide55.xml"/><Relationship Id="rId65" Type="http://schemas.openxmlformats.org/officeDocument/2006/relationships/slide" Target="slides/slide56.xml"/><Relationship Id="rId66" Type="http://schemas.openxmlformats.org/officeDocument/2006/relationships/slide" Target="slides/slide57.xml"/><Relationship Id="rId67" Type="http://schemas.openxmlformats.org/officeDocument/2006/relationships/slide" Target="slides/slide58.xml"/><Relationship Id="rId68" Type="http://schemas.openxmlformats.org/officeDocument/2006/relationships/slide" Target="slides/slide59.xml"/><Relationship Id="rId69" Type="http://schemas.openxmlformats.org/officeDocument/2006/relationships/slide" Target="slides/slide60.xml"/><Relationship Id="rId70" Type="http://schemas.openxmlformats.org/officeDocument/2006/relationships/slide" Target="slides/slide61.xml"/><Relationship Id="rId71" Type="http://schemas.openxmlformats.org/officeDocument/2006/relationships/slide" Target="slides/slide62.xml"/><Relationship Id="rId72" Type="http://schemas.openxmlformats.org/officeDocument/2006/relationships/slide" Target="slides/slide63.xml"/><Relationship Id="rId73" Type="http://schemas.openxmlformats.org/officeDocument/2006/relationships/slide" Target="slides/slide64.xml"/><Relationship Id="rId74" Type="http://schemas.openxmlformats.org/officeDocument/2006/relationships/slide" Target="slides/slide65.xml"/><Relationship Id="rId75" Type="http://schemas.openxmlformats.org/officeDocument/2006/relationships/slide" Target="slides/slide66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Diga isto explicitamente, ou parte da turma vai sentir que está sendo</a:t>
            </a:r>
          </a:p>
          <a:p>
            <a:r>
              <a:t>passada para trás ("não vou escrever o código?").</a:t>
            </a:r>
          </a:p>
          <a:p>
            <a:r>
              <a:t>O argumento honesto: digitar 1400 linhas copiando ensina menos que as</a:t>
            </a:r>
          </a:p>
          <a:p>
            <a:r>
              <a:t>oito práticas de hoje. E ler código alheio é literalmente o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minutos: 5 de comando, 15 de leitura. A leitura é a parte que conta.</a:t>
            </a:r>
          </a:p>
          <a:p/>
          <a:p>
            <a:r>
              <a:t>ANTES DE MANDAR RODAR: pare e cobre o rm -rf db/migrate db/schema.rb.</a:t>
            </a:r>
          </a:p>
          <a:p>
            <a:r>
              <a:t>As migrations que eles geraram na Aula 2 têm o horário deles; as do</a:t>
            </a:r>
          </a:p>
          <a:p>
            <a:r>
              <a:t>gabarito têm outro. Sem apagar, ficam duas classes CreateUsers e o Rails</a:t>
            </a:r>
          </a:p>
          <a:p>
            <a:r>
              <a:t>morre em QUALQUER comando, com "Multiple migrations have the name".</a:t>
            </a:r>
          </a:p>
          <a:p>
            <a:r>
              <a:t>É o erro que trava a aula inteira no primeiro comando do dia.</a:t>
            </a:r>
          </a:p>
          <a:p/>
          <a:p>
            <a:r>
              <a:t>O segundo erro do bloco é o Gemfile não ir junto no rsync, que dá</a:t>
            </a:r>
          </a:p>
          <a:p>
            <a:r>
              <a:t>uninitialized constant Rack::Cors.</a:t>
            </a:r>
          </a:p>
          <a:p>
            <a:r>
              <a:t>Faça a leitura guiada projetando os cinco arquivos, um por 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assunto volta mais três vezes hoje. Vale marcar.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Primeira rota que cria alguma coisa.</a:t>
            </a:r>
          </a:p>
          <a:p>
            <a:r>
              <a:t>Erros campeões: 400 por campo faltando (o params.expect é rígido de</a:t>
            </a:r>
          </a:p>
          <a:p>
            <a:r>
              <a:t>propósito) e 415 por esquecer o Content-Type.</a:t>
            </a:r>
          </a:p>
          <a:p>
            <a:r>
              <a:t>Quem apanhar de aspas no shell, mande usar o Insomnia — é para isso</a:t>
            </a:r>
          </a:p>
          <a:p>
            <a:r>
              <a:t>que ele está na lista de ferramentas.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 É aqui que fica claro por que existe conta não ativada.</a:t>
            </a:r>
          </a:p>
          <a:p>
            <a:r>
              <a:t>O avançado amarra com a Prática 7 da Aula 2: o código é apagado ao ser</a:t>
            </a:r>
          </a:p>
          <a:p>
            <a:r>
              <a:t>usado. Se alguém não lembrar, mande voltar lá.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Escolhemos token porque o cliente principal é um app nativo — que não</a:t>
            </a:r>
          </a:p>
          <a:p>
            <a:r>
              <a:t>tem cookie e roda em milhares de celulares.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DEMO. Cole um token em jwt.io e mostre o payload legível, ou rode no</a:t>
            </a:r>
          </a:p>
          <a:p>
            <a:r>
              <a:t>console: Base64.decode64(token.split(".")[1]).</a:t>
            </a:r>
          </a:p>
          <a:p>
            <a:r>
              <a:t>A frase: "está assinado, não está criptografado. Qualquer um lê. Então</a:t>
            </a:r>
          </a:p>
          <a:p>
            <a:r>
              <a:t>nunca ponham aqui nada que não possa ser lido."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Este slide é o que a Prática 8 transforma em experiência. Avise que eles</a:t>
            </a:r>
          </a:p>
          <a:p>
            <a:r>
              <a:t>vão fazer isso na mão hoje: trocar o true por false e entrar como outra</a:t>
            </a:r>
          </a:p>
          <a:p>
            <a:r>
              <a:t>pessoa, sem saber a senha dela.</a:t>
            </a:r>
          </a:p>
          <a:p>
            <a:r>
              <a:t>Já foi CVE em várias bibliotecas de JWT, com exatamente este desenho.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o tempo apertar, é aqui que você corta (este e o CSRF). O material fica</a:t>
            </a:r>
          </a:p>
          <a:p>
            <a:r>
              <a:t>na apostila e nenhuma prática depende deles.</a:t>
            </a:r>
          </a:p>
          <a:p>
            <a:r>
              <a:t>Antes de cortar, deixe uma frase: "existe um jeito de roubar o token pelo</a:t>
            </a:r>
          </a:p>
          <a:p>
            <a:r>
              <a:t>navegador, e é por isso que o cookie é httponly."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Segundo dos quatro momentos de "enumeração" da aula. A essa altura</a:t>
            </a:r>
          </a:p>
          <a:p>
            <a:r>
              <a:t>pergunte ANTES de virar o slide: "o e-mail não existe. O que</a:t>
            </a:r>
          </a:p>
          <a:p>
            <a:r>
              <a:t>respondemos?" Eles começam a acertar sozinhos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o núcleo da aula.</a:t>
            </a:r>
          </a:p>
          <a:p>
            <a:r>
              <a:t>Se $TOKEN sair vazio, mande rodar o curl -i sozinho e olhar se o</a:t>
            </a:r>
          </a:p>
          <a:p>
            <a:r>
              <a:t>cabeçalho Authorization está lá.</a:t>
            </a:r>
          </a:p>
          <a:p>
            <a:r>
              <a:t>No jwt.io ele vai dizer "invalid signature" — é esperado, ele não tem o</a:t>
            </a:r>
          </a:p>
          <a:p>
            <a:r>
              <a:t>segredo. Eles só querem LER o payload, e ver que é público.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Conduza como problema, não como solução. Pergunte de verdade e espere:</a:t>
            </a:r>
          </a:p>
          <a:p>
            <a:r>
              <a:t>"o token vale 24h e o servidor não guarda sessão. O que SAIR significa?"</a:t>
            </a:r>
          </a:p>
          <a:p>
            <a:r>
              <a:t>Deixe alguém propor "apaga no cliente", aceite, e só então pergunte "e se</a:t>
            </a:r>
          </a:p>
          <a:p>
            <a:r>
              <a:t>já copiaram o token?". A solução entra muito melhor depois da tentativa.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sacada, e vale marcar: o TTL de cada entrada é exatamente o que faltava</a:t>
            </a:r>
          </a:p>
          <a:p>
            <a:r>
              <a:t>para o token expirar. Depois disso ele já não vale por si, e guardar mais</a:t>
            </a:r>
          </a:p>
          <a:p>
            <a:r>
              <a:t>seria lixo eterno.</a:t>
            </a:r>
          </a:p>
          <a:p>
            <a:r>
              <a:t>Pergunta que aparece: "e se o cache cair?" Cai a revogação daquele token</a:t>
            </a:r>
          </a:p>
          <a:p>
            <a:r>
              <a:t>até ele expirar. É o custo, e é aceitável para 24h.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 É A prática que mostra a diferença entre apagar no</a:t>
            </a:r>
          </a:p>
          <a:p>
            <a:r>
              <a:t>cliente e revogar no servidor.</a:t>
            </a:r>
          </a:p>
          <a:p>
            <a:r>
              <a:t>O avançado leva à pergunta boa: por que a entrada da denylist tem TTL,</a:t>
            </a:r>
          </a:p>
          <a:p>
            <a:r>
              <a:t>e por que o TTL é exatamente o que restava do token? Porque depois do</a:t>
            </a:r>
          </a:p>
          <a:p>
            <a:r>
              <a:t>exp o token já não vale por si — guardar mais seria lixo eterno.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Terceiro "enumeração". Faça ao vivo, lado a lado: um e-mail que existe e</a:t>
            </a:r>
          </a:p>
          <a:p>
            <a:r>
              <a:t>um que não existe, e mostre as duas respostas iguais na tela. É bem mais</a:t>
            </a:r>
          </a:p>
          <a:p>
            <a:r>
              <a:t>convincente que o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o fluxo mais completo do sistema.</a:t>
            </a:r>
          </a:p>
          <a:p>
            <a:r>
              <a:t>O segundo confere é o mais importante da prática, e o mais fácil de</a:t>
            </a:r>
          </a:p>
          <a:p>
            <a:r>
              <a:t>pular. Faça ao vivo, lado a lado: e-mail que existe e e-mail que não</a:t>
            </a:r>
          </a:p>
          <a:p>
            <a:r>
              <a:t>existe, mesma resposta, byte por byte.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Erro comum de quem começa a testar: comparar o número (assert_equal 401)</a:t>
            </a:r>
          </a:p>
          <a:p>
            <a:r>
              <a:t>em vez do símbolo. O símbolo sobrevive a refatoração e diz o que você</a:t>
            </a:r>
          </a:p>
          <a:p>
            <a:r>
              <a:t>quis dizer.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</a:t>
            </a:r>
          </a:p>
          <a:p>
            <a:r>
              <a:t>Quebrar de propósito e ver o teste específico acusar é o que transforma</a:t>
            </a:r>
          </a:p>
          <a:p>
            <a:r>
              <a:t>"teste é chato" em "teste é rede de segurança". Não pule.</a:t>
            </a:r>
          </a:p>
          <a:p>
            <a:r>
              <a:t>git checkout . desfaz tudo o que não foi commitado, se alguém se perder.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minutos, se sobrou tempo. É o exercício que faz entender o que uma</a:t>
            </a:r>
          </a:p>
          <a:p>
            <a:r>
              <a:t>assinatura garante.</a:t>
            </a:r>
          </a:p>
          <a:p>
            <a:r>
              <a:t>Cobre o desfazer em voz alta: git checkout app/services/auth/decode_token.rb.</a:t>
            </a:r>
          </a:p>
          <a:p>
            <a:r>
              <a:t>Ninguém pode sair da sala com essa linha em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4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5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8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9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As Rotas de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Autenticação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3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Cadastro, ativação, login, logout e recuperação de senha.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JWT de verdade: e o que ele não é.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Descobrir por que logout é o problema difícil.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Aprender a não vazar informação nas respostas.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Aula 1: uma API que responde JSON.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Aula 2: um User que sabe guardar senha do jeito certo.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Hoje: as duas viram um sistema de autenticação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Cadastro, ativação por e-mail, login, logout e recuperação de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mesmo código que roda no seem-backend, num evento com ~500 pessoas.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COMBINADO DE HOJE É DIFERENTE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São 1400 linhas em 37 arquivos. Ninguém digita isso em três horas.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hoje vocês TRAZEM o código pronto e passam a aula operando.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Operar, quebrar de propósito, e entender por quê.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não é atalho: é o que a gente faz na maior parte do tempo real.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ler código que já existe, descobrir por que é assim, e mexer com segurança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tem que sair daqui é POR QUE cada peça existe.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DE UMA REQUISIÇÃO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0030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9687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requisição → rota → controller → service → model → banco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                 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               serializer → JSON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A regra que organiza tudo: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Controller recebe requisição e devolve resposta.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# Regra de negócio NÃO mora nele.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ARQUITETURA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SERVICE OBJECT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Users::Register faz seis coisas.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Dentro do controller vira um método de 60 linhas.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só dá para testar subindo uma requisição HTTP inteira.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Fora dele: testável direto e reaproveitável.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padrão é sempre igual: um call de classe, um Result.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FORMATO DE UM SERVICE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7737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0421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 = Users::Register.call(name: "...", email: "...")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result.success?   # true / false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result.user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result.errors     # [{ field: "password", message: "..." }]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SERIALIZER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render json: user manda o objeto INTEIRO.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Incluindo password_digest e os digests dos códigos.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Vazamento em uma linha.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serializer é a lista de convidados: só entra quem está escrito lá.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FORMATO DE ERRO SÓ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96188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230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"error": {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"code": "validation_failed",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"message": "Falha na validação",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"details": [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  { "field": "password", "message": "deve incluir um dígito"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  ]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  }</a:t>
            </a:r>
          </a:p>
          <a:p>
            <a:pPr>
              <a:lnSpc>
                <a:spcPct val="125000"/>
              </a:lnSpc>
            </a:pPr>
            <a:r>
              <a:rPr sz="1893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LENDO O FORMATO DE ERRO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code é estável: o cliente decide o que fazer com base nele.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message é para o usuário ler. Pode mudar, pode ser traduzida.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details diz qual campo falhou, para o app pintar o input de vermelho.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que erra de três jeitos força o cliente a tratar os três.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BEFORE_ACTION: O FILTRO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4267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6951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class MeController &lt; BaseController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before_action :authenticate_user!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def show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  render_user(current_user)   # só roda se passou pelo filtro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 filtro roda ANTES da action.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Se ele renderizar alguma coisa (o 401), a action nem é chamada.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only: e except: limitam a quais actions ele se aplica: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  before_action :authenticate_user!, only: :destroy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PILHA DE MIDDLEWARE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requisição não cai direto no controller.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atravessa uma pilha de camadas: o middleware.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camada pode ler, alterar, ou responder e cortar o caminho.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onde moram CORS, cookies e rate limit.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middleware lista a pilha inteira do seu app.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modo --api remove várias. Trouxemos os cookies de volta na mão.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CAMINHO COMPLETO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2240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79088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requisição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Rack::Cors ]          ← libera (ou não) a origem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ActionDispatch::Cookies ]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[ ... ]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rota → before_action → controller → service → model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   ↓</a:t>
            </a:r>
          </a:p>
          <a:p>
            <a:pPr>
              <a:lnSpc>
                <a:spcPct val="125000"/>
              </a:lnSpc>
            </a:pPr>
            <a:r>
              <a:rPr sz="2232">
                <a:solidFill>
                  <a:srgbClr val="E6EAF2"/>
                </a:solidFill>
                <a:latin typeface="Consolas"/>
              </a:rPr>
              <a:t>serializer → JSON → resposta (voltando pela mesma pilha)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STRONG PARAMETERS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01017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27865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def registration_params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expect_root_params(:name, :email, :password, :confirm_password,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                    :course, :matricula, :check_terms_use)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params.expect EXIGE essas chaves e RECUSA o resto.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Sem isso alguém manda "role": "admin" no cadastro e vira admin.</a:t>
            </a:r>
          </a:p>
          <a:p>
            <a:pPr>
              <a:lnSpc>
                <a:spcPct val="125000"/>
              </a:lnSpc>
            </a:pPr>
            <a:r>
              <a:rPr sz="1923">
                <a:solidFill>
                  <a:srgbClr val="E6EAF2"/>
                </a:solidFill>
                <a:latin typeface="Consolas"/>
              </a:rPr>
              <a:t># O nome disso é mass assignment.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TRAGA O CÓDIGO E LEIA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APAGUE db/migrate e db/schema.rb ANTES do rsync.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ficam duas CreateUsers e o Rails para de funcionar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rsync, bundle install, e db:drop db:create db:migrate.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71 testes verdes. NÃO siga sem isso.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leia cinco arquivos: register, issue_token, authentication,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token_denylist e complete_password_reset.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CADASTRO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/API/V1/REGISTRATIONS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577647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84612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"name": "Diego Reis",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"email": "diego@aluno.ufop.edu.br",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"password": "Automic@2026",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"confirm_password": "Automic@2026",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"course": "Engenharia de Minas",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"matricula": "2013333",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 "check_terms_use": true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}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840">
                <a:solidFill>
                  <a:srgbClr val="E6EAF2"/>
                </a:solidFill>
                <a:latin typeface="Consolas"/>
              </a:rPr>
              <a:t>→ 201 Created + e-mail de ativação a caminho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DECISÃO QUE NÃO É ÓBVIA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já cadastrado NÃO devolve 'este e-mail já existe'.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devolvesse, o cadastro viraria um verificador.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Testo mil e-mails e descubro quem tem conta no sistema.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Chama-se enumeração de usuários.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custo é real: quem esqueceu que já tem conta fica sem mensagem clara.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saída é o texto convidar a usar 'esqueci minha senha'.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CADASTRO NO TERMINAL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-i -X POST $API/registrations com o JSON completo.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201, e o e-mail abriu no navegador. ANOTE o código.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Monte a coleção inteira no Insomnia: são 8 requisições.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cadastre o MESMO e-mail de novo. Que status, e que mensagem?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mensagem entrega ao atacante que aquele e-mail já existe?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MAILER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603475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530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class UserMailer &lt; ApplicationMailer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def email_verification(user, code)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@user = user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@code = code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  mail(to: @user.email, subject: "Ative sua conta")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O template fica em: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app/views/user_mailer/email_verification.text.erb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358">
                <a:solidFill>
                  <a:srgbClr val="E6EAF2"/>
                </a:solidFill>
                <a:latin typeface="Consolas"/>
              </a:rPr>
              <a:t># Um mailer é um controller cujas views são e-mails.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DESENVOLVIMENTO NÃO HÁ SMTP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letter_opener abre o e-mail no navegador.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config.action_mailer.delivery_method = :letter_opener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produção, SMTP_ADDRESS e companhia vêm dos secrets do Kamal.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mesmo código, dois comportamentos, decididos por ENV.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DELIVER_NOW, E NÃO DELIVER_LATER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jeito de livro seria jogar numa fila.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Aqui não. O motivo é o código de 6 dígitos.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Numa fila, ele ficaria gravado EM TEXTO na tabela de jobs.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preço é a requisição esperar o SMTP.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o service tem rescue: falha de envio não pode virar 500.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3: O E-MAIL E A CONFIRMAÇÃO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Tente logar ANTES de confirmar. Confere: 403 email_unverified.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senha está certa. O que falta é a conta estar ativa.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/email_verifications/confirm com o código de 6 dígitos.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mande o MESMO código de novo. Funciona duas vezes? Por quê?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3.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SESSÃO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Lembra da Aula 1? HTTP não tem memória.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requisição começa do zero.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como o servidor sabe que você já entrou?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FAMÍLIAS DE RESPOSTA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guarda a sessão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Manda um id no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Toda requisição consulta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é apagar: imediato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Escalar exige sessão compartilhada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guarda nada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Manda um crachá assinado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validar a assinatura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é o problema difícil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Qualquer servidor valida sozinho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SESSÃO NO SERVIDOR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 JWT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332386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16008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eyJhbGciOiJIUzI1NiJ9 . eyJzdWIiOjIsInZlciI6MH0 . 4pQ8L_5fT...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  cabeçalho                  payload            assinatura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Três partes em Base64, separadas por ponto.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BASE64 NÃO É SEGREDO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Base64 é uma forma de escrever bytes usando só letras e números.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Serve para caber num cabeçalho HTTP, que é texto.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criptografia. Não tem chave. Qualquer um desfaz.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echo eyJzdWIiOjJ9 | base64 -d  →  {"sub":2}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Aquele monte de caractere no JWT é isso: texto disfarçado.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PAYLOAD É PÚBLICO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Cole um token em jwt.io e você lê tudo.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assinatura garante que ninguém ALTEROU o conteúdo.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que ninguém LEU.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Assinado não é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ponha no payload nada que não possa ser lido.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nem CPF, nem e-mail, nem permissão sensível.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NOSSO PAYLOAD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5261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210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{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sub: user.id,                  # de quem é o token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ver: user.token_version,       # versão das sessões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jti: SecureRandom.uuid,        # id único deste token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exp: 24.hours.from_now.to_i,   # expiração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iat: Time.current.to_i         # emitido em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DETALHE QUE QUEBRA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3948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6633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JWT.decode(token, secret, true, { algorithm: "HS256" })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                        ^^^^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Esse `true` é a validação da assinatura.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Com `false`, o decode aceita QUALQUER token — e qualquer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pessoa forja o próprio acesso trocando o `sub`.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Já foi CVE em várias bibliotecas.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LOGIN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CLIENTES, DOIS TRANSPORTES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Authorization: Bearer &lt;token&gt;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 nativo não tem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app guarda no keychain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Cookie assinado e httpOnly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JavaScript não lê o cookie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XSS não rouba o token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WEB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MOBILE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COOKIE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par nome=valor que o servidor manda no cabeçalho Set-Cookie.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navegador guarda e reenvia SOZINHO, em toda requisição àquele site.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a memória que o HTTP não tem, colada por fora.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manda é o navegador: o app nativo não participa disso.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assinado (signed): o Rails carimba o valor;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alterou na mão, o Rails recusa.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COOKIE DO CLIENTE WEB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12483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39331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cookies.signed[AUTH_COOKIE] = {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value: token,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httponly: true,                   # JavaScript não enxerga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secure: Rails.env.production?,    # só trafega em HTTPS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same_site: :lax                   # mitiga CSRF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XSS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Cross-Site Scripting.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atacante consegue rodar JavaScript DENTRO da sua página.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Como? Você exibiu texto de usuário sem escapar.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alguém salva &lt;script&gt;...&lt;/script&gt; como nome e você imprime cru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JS rodando na página, ele lê tudo que o JS lê.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por isso que httponly existe: o token no cookie fica fora do alcance.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CSRF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Cross-Site Request Forgery.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Lembra que o navegador reenvia o cookie SOZINHO?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site malicioso monta um formulário que aponta para a sua API.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vítima clica; o navegador anexa o cookie dela; a API obedece.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same_site: :lax manda o navegador não enviar o cookie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quando a requisição vem de outro site.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API com token no cabeçalho não sofre disso: ninguém anexa por você.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401  ×  403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401 Unauthorized: não sabemos quem é você.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errada, token ausente, token inválido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403 Forbidden: sabemos quem é você, e você não pode.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conta sem e-mail confirmado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Trocar os dois é o erro mais comum em API.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MESMA MENSAGEM PARA OS DOIS ERROS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inexistente e senha errada: mesmo código, mesma mensagem.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invalid_credentials para os dois. Terceira vez que isso aparece.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lembra do DUMMY_PASSWORD_DIGEST da Aula 2?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fecha o buraco pelo lado do TEMPO.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adianta a mensagem ser igual se a resposta volta em 1ms num caso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em 100ms no outro.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4: LOGIN, E O TOKEN NA MÃO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Faça login e capture o token do cabeçalho Authorization.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curl $API/me -H "Authorization: Bearer $TOKEN"  -&gt;  200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guardou sessão nenhuma. Ele LEU o token.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Cole o token em jwt.io. Ache o sub, o jti, o ver e o exp.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troque UM caractere do token e chame /me. Que status?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PROBLEMA DIFÍCIL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JWT é válido até expirar.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servidor não guarda sessão.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Então 'sair' não existe.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token continua funcionando por até 24 horas.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RESPOSTAS POSSÍVEIS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a) Apagar no cliente.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resolve o caso normal, não resolve nada se copiaram o token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b) Denylist por jti: revoga aquele token.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c) token_version: derruba todos os tokens do usuário.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Usamos b e c.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DENYLIST POR JTI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04306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1154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def revoke(payload)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jti = payload[:jti]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ttl = payload[:exp].to_i - Time.current.to_i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return false if jti.blank? || ttl &lt;= 0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Rails.cache.write(key(jti), true, expires_in: ttl.seconds)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def revoked?(jti)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  Rails.cache.exist?(key(jti))</a:t>
            </a:r>
          </a:p>
          <a:p>
            <a:pPr>
              <a:lnSpc>
                <a:spcPct val="125000"/>
              </a:lnSpc>
            </a:pPr>
            <a:r>
              <a:rPr sz="2083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SACADA ESTÁ NO TTL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entrada vive o tempo que faltava para o token expirar.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disso o token morre sozinho e a entrada não serve mais.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lista se limpa sem varredura e sem lixo acumulado.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revoga UM token.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no celular não derruba o notebook. E é o certo.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TOKEN_VERSION: DERRUBA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1145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3830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def token_version_matches?(submitted_version)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 token_version == submitted_version.to_i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def invalidate_sessions!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 update!(token_version: token_version + 1)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O token carrega o `ver` de quando foi emitido.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Incrementar a coluna invalida TODOS os tokens do usuário,</a:t>
            </a:r>
          </a:p>
          <a:p>
            <a:pPr>
              <a:lnSpc>
                <a:spcPct val="125000"/>
              </a:lnSpc>
            </a:pPr>
            <a:r>
              <a:rPr sz="2118">
                <a:solidFill>
                  <a:srgbClr val="E6EAF2"/>
                </a:solidFill>
                <a:latin typeface="Consolas"/>
              </a:rPr>
              <a:t># em todos os dispositivos.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VERIFICAÇÃO COMPLETA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66088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29293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def user_from_token(token)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payload = Auth::DecodeToken.call(token)              # 1. assinatura?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return if Auth::TokenDenylist.revoked?(payload[:jti]) # 2. revogado?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user = User.find_by(id: payload[:sub])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user if user&amp;.token_version_matches?(payload[:ver])   # 3. versão bate?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rescue Auth::DecodeToken::InvalidToken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  nil</a:t>
            </a:r>
          </a:p>
          <a:p>
            <a:pPr>
              <a:lnSpc>
                <a:spcPct val="125000"/>
              </a:lnSpc>
            </a:pPr>
            <a:r>
              <a:rPr sz="1712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5: LOGOUT QUE REVOGA DE VERDADE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DELETE /sessions com o token.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Depois: curl -i $API/me com o MESMO token.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401. O token ainda é válido e ainda não expirou.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a denylist, isso responderia 200 até o exp chegar.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Rails.cache.read("denylist:&lt;o-seu-jti&gt;") no console.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5.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RECUPERAÇÃO EM DOIS PASSOS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/password_resets/request  { email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 /password_resets/confirm  { email, code, password, confirm_password }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Público: quem esqueceu a senha não consegue se autenticar para pedir.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REQUEST SEMPRE RESPONDE 200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inexistente, não verificado, em cooldown, SMTP fora do 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Mesma resposta, mesmo status, sempre.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respondesse 404, esta rota pública viraria verificador de cadastro.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Quarta vez que o assunto aparece hoje: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autenticação, resposta diferente vaza informação.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GUARDAS DENTRO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conta verificada recebe código.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dá para sequestrar cadastro feito com o e-mail de outra pessoa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Cooldown de 1 minuto.</a:t>
            </a:r>
          </a:p>
          <a:p>
            <a:pPr algn="l" marL="2272757" indent="-757586" lvl="2">
              <a:lnSpc>
                <a:spcPts val="5821"/>
              </a:lnSpc>
              <a:buFont typeface="Arial"/>
              <a:buChar char="◦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usam o seu servidor de e-mail para incomodar terceiros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CONFIRM: A TRANSAÇÃO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596525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86500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User.transaction do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user.save!                       # troca a senha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user.invalidate_sessions!        # derruba todas as sessões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user.clear_password_reset_code!  # consome o código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As três juntas ou nenhuma.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Sem a transação, uma falha no meio deixa a senha trocada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# com o código ainda valendo.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SUTILEZAS DE ORDEM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política de senha é conferida ANTES de consumir o código.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senão quem digita a senha nova errada perde o código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invalidate_sessions! é o ponto do fluxo inteiro.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alguém invadiu a conta, trocar a senha tem que expulsar o invasor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essa linha, ele continua logado com o token antigo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6: RECUPERAÇÃO DE SENHA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Faça login, guarde o token. Peça a recuperação e confirme a nova senha.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chame /me com o token ANTIGO.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401. Trocar a senha derrubou todas as sessões abertas.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token_version subindo. Quem roubou o seu token acabou de perdê-lo.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 também: peça recuperação para um e-mail que NÃO existe.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resposta é idêntica. Isso é resistência a enumeração.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6.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QUE RESUME A AULA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97388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2423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test "logout revoga o token apresentado" do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token = login_as(users(:ana))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get "/api/v1/me",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assert_response :ok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delete "/api/v1/sessions",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get "/api/v1/me", headers: auth_headers(token)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 assert_response :unauthorized   # sem a denylist, daria 200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PEGADINHA DE TESTE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teste, o Rails.cache padrão é o null_store.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não guarda nada.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acima passaria de graça, provando nada.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isso o test_helper troca por um MemoryStore.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Teste que passa sem exercitar a lógica é pior que teste nenhum.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FERRAMENTAS DE QUALIDADE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bin/rubocop: estilo. O black/ruff do Ruby.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bin/brakeman: análise estática de segurança.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bundler-audit: gems com CVE conhecido.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três rodam no CI, na Aula 4.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CORS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navegador bloqueia página em painel.exemplo.com chamar api.exemplo.com.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Esta config é a API dizendo quais origens aceita.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app nativo NÃO passa por CORS. É regra de navegador.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prática, existe por causa do painel web.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7: TESTES E QUALIDADE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 · bin/rubocop · bin/brakeman --no-pager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QUEBRE: comente a linha da denylist no authentication.rb.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Rode os testes e veja QUAL fica vermelho.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Era ele que estava te protegendo. Depois desfaça.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e push.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8: AVANÇADO: QUEBRE A ASSINATURA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decode_token.rb, troque o true por false (é o "verifique a assinatura?").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Forje um token assinado com OUTRO segredo, pelo rails runner.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Chame /me com ele. Confere: 200.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acabou de entrar como outra pessoa, sem saber a senha dela.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DESFAÇA, e rode os testes: um deles estava te protegendo disso.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8.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Controller recebe e responde; a regra mora no service.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Serializer é a lista de convidados. Sem ele o digest vaza.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payload do JWT é público. Assinado ≠ criptografado.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Logout de verdade precisa de denylist por jti.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token_version derruba tudo, e é o que a troca de senha usa.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 autenticação, resposta diferente vaza informação.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553"/>
              </a:lnSpc>
              <a:spcBef>
                <a:spcPct val="0"/>
              </a:spcBef>
            </a:pPr>
            <a:r>
              <a:rPr lang="en-US" sz="3251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VAMOS COLOCAR NO AR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