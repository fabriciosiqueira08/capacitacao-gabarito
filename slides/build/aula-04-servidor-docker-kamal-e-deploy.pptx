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  <p:sldId id="326" r:id="rId80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sobre se sentir mais perdido é importante e é verdade. Diga</a:t>
            </a:r>
          </a:p>
          <a:p>
            <a:r>
              <a:t>com naturalidade — ela impede que alguém conclua sozinho que "não leva</a:t>
            </a:r>
          </a:p>
          <a:p>
            <a:r>
              <a:t>jeito para back-end" quando na verdade é assunto novo mesmo.</a:t>
            </a:r>
          </a:p>
          <a:p>
            <a:r>
              <a:t>A dica do prompt você vai repetir umas cinco vezes hoje. Comece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da aula toda: o trabalho é o mesmo. Muda o IP e a conta no</a:t>
            </a:r>
          </a:p>
          <a:p>
            <a:r>
              <a:t>fim do mês, não o que você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+ WSL2: são duas VMs diferentes e por padrão uma não enxerga a</a:t>
            </a:r>
          </a:p>
          <a:p>
            <a:r>
              <a:t>outra. Duas correções, e isto tinha que estar resolvido antes da aula:</a:t>
            </a:r>
          </a:p>
          <a:p>
            <a:r>
              <a:t>networkingMode=mirrored no .wslconfig (Win11 22H2+), ou netsh portproxy</a:t>
            </a:r>
          </a:p>
          <a:p>
            <a:r>
              <a:t>para 2222/443/80 (qualquer Windows). No segundo caso o SERVER_IP deles é</a:t>
            </a:r>
          </a:p>
          <a:p>
            <a:r>
              <a:t>o do Windows e o .env leva SSH_PORT=2222 — o deploy.yml já lê isso.</a:t>
            </a:r>
          </a:p>
          <a:p>
            <a:r>
              <a:t>Se alguém travar aqui: ./scripts/checar-servidor.sh &lt;IP&gt; diz o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 — lá é chave simétrica</a:t>
            </a:r>
          </a:p>
          <a:p>
            <a:r>
              <a:t>(HS256), aqui é par de chaves.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Chave privada não vai por e-mail, não vai por WhatsApp, não vai para o</a:t>
            </a:r>
          </a:p>
          <a:p>
            <a:r>
              <a:t>Git. Nunca.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e boa parte é download. Mande rodar o launch AGORA e</a:t>
            </a:r>
          </a:p>
          <a:p>
            <a:r>
              <a:t>deixe baixando enquanto você dá a teoria de chaves.</a:t>
            </a:r>
          </a:p>
          <a:p>
            <a:r>
              <a:t>Se alguém do Windows der timeout, rode o script nele e aplique a</a:t>
            </a:r>
          </a:p>
          <a:p>
            <a:r>
              <a:t>correção que ele imprimir. Se não sair em 5 min, dupla e siga.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 honesto aqui compra credibilidade para o resto da aula. Eles</a:t>
            </a:r>
          </a:p>
          <a:p>
            <a:r>
              <a:t>percebem quando a gente finge que um exercício é uma proteção.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Mantenha a sessão atual aberta e teste em outro terminal. Errar a</a:t>
            </a:r>
          </a:p>
          <a:p>
            <a:r>
              <a:t>config do SSH com uma sessão só é o jeito clássico de perder a máquina.</a:t>
            </a:r>
          </a:p>
          <a:p>
            <a:r>
              <a:t>Aqui existe o multipass shell como rede de segurança. Numa VPS,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minutos, o bloco mais longo do dia.</a:t>
            </a:r>
          </a:p>
          <a:p>
            <a:r>
              <a:t>Duas armadilhas para avisar ANTES: liberar a 22 antes do ufw enable, e</a:t>
            </a:r>
          </a:p>
          <a:p>
            <a:r>
              <a:t>sair/entrar depois do usermod.</a:t>
            </a:r>
          </a:p>
          <a:p>
            <a:r>
              <a:t>Diga em voz alta: "aqui vocês têm o multipass shell como rede de</a:t>
            </a:r>
          </a:p>
          <a:p>
            <a:r>
              <a:t>segurança; numa máquina alugada essa porta não existe."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Cobre o tipo do token: fine-grained NÃO funciona no ghcr.io, tem que</a:t>
            </a:r>
          </a:p>
          <a:p>
            <a:r>
              <a:t>ser classic. É meia hora perdida se ninguém avisar.</a:t>
            </a:r>
          </a:p>
          <a:p>
            <a:r>
              <a:t>Circule também na arquitetura: quem tem Mac M precisa de arm64.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e errar aqui é o que causa quase toda falha da Prática 6.</a:t>
            </a:r>
          </a:p>
          <a:p>
            <a:r>
              <a:t>Pare a turma no git status. Se o .env aparecer para alguém, conserte o</a:t>
            </a:r>
          </a:p>
          <a:p>
            <a:r>
              <a:t>.gitignore ANTES de qualquer commit — segredo commitado não sai do</a:t>
            </a:r>
          </a:p>
          <a:p>
            <a:r>
              <a:t>histórico apagando o arquivo.</a:t>
            </a:r>
          </a:p>
          <a:p>
            <a:r>
              <a:t>Lembre que source .env vale só naquele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deixa para o certificado autoassinado: eles não têm domínio</a:t>
            </a:r>
          </a:p>
          <a:p>
            <a:r>
              <a:t>nenhum apontando para a VM, então não tem como provar nada. E é</a:t>
            </a:r>
          </a:p>
          <a:p>
            <a:r>
              <a:t>exatamente isso que vamos ver na tela daqui a três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Windows: repetir no C:\Windows\System32\drivers\etc\hosts, com o</a:t>
            </a:r>
          </a:p>
          <a:p>
            <a:r>
              <a:t>Bloco de Notas como administrador. É esse que o navegador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da aula. Uma CA é exatamente isso: alguém em quem o seu</a:t>
            </a:r>
          </a:p>
          <a:p>
            <a:r>
              <a:t>sistema já decidiu confiar, de fábrica. O Let's Encrypt não tem</a:t>
            </a:r>
          </a:p>
          <a:p>
            <a:r>
              <a:t>mágica que o openssl deles não tenha. Tem o navegador do mundo</a:t>
            </a:r>
          </a:p>
          <a:p>
            <a:r>
              <a:t>inteiro com a chave dele na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.test é reservado por RFC para testes: ninguém consegue registrar, e</a:t>
            </a:r>
          </a:p>
          <a:p>
            <a:r>
              <a:t>por isso nunca colide com um site real. Vale a curiosidade.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momento da aula. O código deles está rodando num container, num</a:t>
            </a:r>
          </a:p>
          <a:p>
            <a:r>
              <a:t>Ubuntu que eles provisionaram, atrás de um proxy TLS, com um Postgres</a:t>
            </a:r>
          </a:p>
          <a:p>
            <a:r>
              <a:t>com volume. Em produção, é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sendo ~5 de build. É o momento da aula.</a:t>
            </a:r>
          </a:p>
          <a:p>
            <a:r>
              <a:t>Use a espera do build para o bloco de backup e para perguntas.</a:t>
            </a:r>
          </a:p>
          <a:p>
            <a:r>
              <a:t>Quando aparecer, diga o que está na frente deles: o código deles</a:t>
            </a:r>
          </a:p>
          <a:p>
            <a:r>
              <a:t>rodando num container, num Ubuntu que eles provisionaram, atrás de um</a:t>
            </a:r>
          </a:p>
          <a:p>
            <a:r>
              <a:t>proxy TLS, com um Postgres com volume. Isto é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e é a prática que mais ensina do dia. Não passe rápido.</a:t>
            </a:r>
          </a:p>
          <a:p>
            <a:r>
              <a:t>A frase que fixa: o -k desliga a conferência; o --cacert não desliga</a:t>
            </a:r>
          </a:p>
          <a:p>
            <a:r>
              <a:t>nada, ele diz em quem confiar. Uma CA é isso e só isso — alguém em quem</a:t>
            </a:r>
          </a:p>
          <a:p>
            <a:r>
              <a:t>o seu sistema já decidiu confiar, de fábrica.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Isto é demonstração, não exercício. O passo a passo completo está em</a:t>
            </a:r>
          </a:p>
          <a:p>
            <a:r>
              <a:t>docs/apendice-azure.md, para eles fazerem em casa com a Azure for</a:t>
            </a:r>
          </a:p>
          <a:p>
            <a:r>
              <a:t>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Fecha a capacitação: o que eles construíram nas Aulas 2 e</a:t>
            </a:r>
          </a:p>
          <a:p>
            <a:r>
              <a:t>3, rodando em produção.</a:t>
            </a:r>
          </a:p>
          <a:p>
            <a:r>
              <a:t>O backup é o fecho honesto da aula: volume não é backup, e aqui a VM</a:t>
            </a:r>
          </a:p>
          <a:p>
            <a:r>
              <a:t>some com um multipass delete. Demonstração barata de um susto caro.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os cinco minutos e leia isto devagar, olhando para eles.</a:t>
            </a:r>
          </a:p>
          <a:p>
            <a:r>
              <a:t>Quem fez raramente percebe o tamanho do que fez — o esforço esconde a</a:t>
            </a:r>
          </a:p>
          <a:p>
            <a:r>
              <a:t>conquista. Este slide existe para devolver a perspectiva.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canal aberto de verdade, e diga isso em voz alta. A pergunta</a:t>
            </a:r>
          </a:p>
          <a:p>
            <a:r>
              <a:t>que chega três semanas depois costuma ser a mais importante da</a:t>
            </a:r>
          </a:p>
          <a:p>
            <a:r>
              <a:t>capacitação inteira, porque é a primeira que veio de um problema real</a:t>
            </a:r>
          </a:p>
          <a:p>
            <a:r>
              <a:t>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Servidor, Docker,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Kamal 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o seu próprio servidor Linux, do zero.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Entrar nele por SSH, com chave. E fechá-lo.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Docker e Kamal de verdade.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a sua API no ar, com HTTPS.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PARAMOS, E O ÚLTIMO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têm uma API com cinco fluxos de autenticação, testada.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roda na máquina de vocês. Hoje ela SAI de lá.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é a aula mais diferente das quatro: vocês não escrevem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operam uma máquina: firewall, Docker, chave SSH, HTTPS.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vocabulário novo em três horas. É normal se sentir mais perdido hoje.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uma dica que resolve metade da confusão: OLHE EM QUAL MÁQUINA VOCÊ ESTÁ.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prompt diz: voce@notebook ou ubuntu@servidor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ONDE O SEU CÓDIGO VAI RODAR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uma máquina virtual dentro do seu notebook.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Kernel, disco, rede, usuários. Um computador inteiro, em software.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Ubuntu Server, tem IP próprio, e você entra nela por SSH.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Exatamente como entraria numa máquina alugada do outro lado do mundo.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UMA VM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tem que ser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vai errar config de SSH, encher disco, instalar coisa demais.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VM o conserto é multipass delete &amp;&amp; multipass launch.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seu notebook, o conserto é o seu sábado.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por que não só Docker? Container compartilha o kernel do host.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usuário, sem firewall, sem systemd, sem sshd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MUDA NUMA VPS ALUGADA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IP: privado aqui, público lá. O mundo inteiro alcança.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Firewall: ufw aqui; ufw MAIS o do provedor lá.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Certificado: autoassinado aqui; de uma CA pública lá.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invade: ninguém aqui; bots, o dia todo, desde o primeiro minuto.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o resto é idêntico. Literalmente o mesmo deploy.yml.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VM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MULTIPASS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43728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70576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# Linux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sudo snap install multipass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# macOS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brew install --cask multipass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# Windows (PowerShell como administrador)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winget install Canonical.Multipass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048">
                <a:solidFill>
                  <a:srgbClr val="E6EAF2"/>
                </a:solidFill>
                <a:latin typeface="Consolas"/>
              </a:rPr>
              <a:t>multipass 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PAR DE CHAVES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ssh-keygen -t ed25519 -f ~/.ssh/capacita \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-C "capacita-servidor" -N ""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chmod 600 ~/.ssh/capacita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chmod 600 = só você lê.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O SSH RECUSA usar chave com permissão frouxa.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Uma chave por finalidade: não reaproveite a do GitHub.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CLOUD-INIT: A MÁQUINA JÁ NASCE PRONTA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856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541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cat &gt; cloud-init.yaml &lt;&lt;EOF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#cloud-config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ssh_authorized_keys: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 - $(cat ~/.ssh/capacita.pub)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EOF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cloud-init é o padrão que TODO provedor de nuvem usa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para configurar uma VM no primeiro boot.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Repare: quem entra no arquivo é a chave PÚBLICA.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A VM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78211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0505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multipass launch 24.04 --name servidor \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 --cpus 2 --memory 2G --disk 10G \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 --cloud-init cloud-init.yaml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multipass info servidor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# IPv4:  10.161.42.87    &lt;- o seu SERVER_IP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ssh -i ~/.ssh/capacita ubuntu@SEU_IP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# o prompt vira ubuntu@servidor.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# você está dentro de outro computador.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# não conectou?</a:t>
            </a:r>
          </a:p>
          <a:p>
            <a:pPr>
              <a:lnSpc>
                <a:spcPct val="125000"/>
              </a:lnSpc>
            </a:pPr>
            <a:r>
              <a:rPr sz="2906">
                <a:solidFill>
                  <a:srgbClr val="E6EAF2"/>
                </a:solidFill>
                <a:latin typeface="Consolas"/>
              </a:rPr>
              <a:t>./scripts/checar-servidor.sh SEU_IP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SUBIR A VM E ENTRAR NELA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ssh-keygen -t ed25519 -f ~/.ssh/capacita  ·  chmod 600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cloud-init.yaml com a sua chave PÚBLICA.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multipass launch 24.04 --name servidor ...  e  multipass info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 -i ~/.ssh/capacita ubuntu@SEU_IP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o prompt virou ubuntu@servidor.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conectou? ./scripts/checar-servidor.sh SEU_IP diz o porquê.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UBUNTU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LINUX BÁSICO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apt update / apt install: o gerenciador de pacotes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sudo: executar como root, uma vez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systemctl status / restart: serviços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journalctl -u ssh: logs de um serviço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free -h e df -h: memória e disco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arquivo: só o dono lê e escreve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ROOT E PERMISSÕES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root é o usuário que pode tudo. Não tem 'tem certeza?'.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trabalha como ubuntu e chama sudo quando precisa.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arquivo tem dono, grupo e três permissões: ler, escrever, executar.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dono lê e escreve; mais ninguém vê nada.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SSH EXIGE de uma chave privada. Senão ele recusa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rode a aplicação como root. O Dockerfile já cuida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default deny incoming    # nada entra...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default allow outgoing   # ...mas a máquina pode sair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allow 22/tcp             # SSH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allow 80/tcp             # HTTP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allow 443/tcp            # HTTPS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enable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ufw status verbose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ESSE FIREWALL FAZ HOJE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Nada. A sua VM não está na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está aprendendo o gesto.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VPS, ele é o que separa a sua máquina de um scanner.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 bate na porta 22 a cada poucos segundos, desde o minuto zero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lá são DOIS firewalls: o ufw dentro, e o do provedor fora.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 fora importa mais: o pacote nem chega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 no container.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DOCKER, DO REPOSITÓRIO OFICIAL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2074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8922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O apt install docker.io do Ubuntu instala versão velha.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install -m 0755 -d /etc/apt/keyrings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curl -fsSL https://download.docker.com/linux/ubuntu/gpg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-o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chmod a+r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(adiciona o repositório — ver docs/04-deploy.md)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apt install -y docker-ce docker-ce-cli containerd.io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docker-buildx-plugin docker-compose-plugin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usermod -aG docker ubuntu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exit   # grupo só vale em sessão nova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scripts/server-swap.sh cria 2 GiB e persiste no boot.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e Postgres juntos numa máquina pequena estouram a RAM.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kernel mata o processo que estiver na frente. É o OOM killer.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mensagem de erro não explica nada.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sua VM tem 2 GiB e talvez não precise.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VPS de US$5/mês tem 1 GiB, e precisa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tee /etc/ssh/sshd_config.d/99-hardening.conf &gt;/dev/null &lt;&lt;'EOF'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PermitRootLogin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PasswordAuthentication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KbdInteractiveAuthentication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PubkeyAuthentication yes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EOF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sshd -t              # valida a sintaxe ANTES de recarregar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systemctl reload ssh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FIREWALL, DOCKER, SWAP, SSH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ufw: deny incoming, e libere 22, 80 e 443. Depois ufw enable.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do repositório oficial, e usermod -aG docker ubuntu.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SAIA E ENTRE DE NOVO. Grupo só vale em sessão nova.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Swap, pelo scripts/server-swap.sh, do seu notebook.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Endureça o SSH — COM UMA SEGUNDA SESSÃO ABERTA para testar.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hello-world + free -h com 2,0Gi + ufw active.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 Usamos o ghcr.io.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o seu notebook builda, empurra pro ghcr.io,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VM puxa de lá e roda.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não viaja pela sua rede local: sobe pro GitHub e desce.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aconteceria com uma VPS do outro lado do mundo.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o que faz o mesmo deploy.yml servir nos dois casos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E A 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do Actions não existe GITHUB_TOKEN.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PAT (classic) com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escopo de pacote e nada mais: quando vazar, o estrago tem tamanho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builda no seu notebook e roda na VM: mesma arquitetura.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Intel ou AMD: SERVER_ARCH=amd64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Mac M1/M2/M3/M4: SERVER_ARCH=arm64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ARQUIVOS DE DEPLOY E O TOKEN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-aR do gabarito aula-04. O -R não é detalhe.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deploy.yml vai para a raiz e o Kamal não acha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install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PAT (classic) no GitHub: write:packages e read:packages.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mostrado UMA VEZ. Guarde agora.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ls config/deploy.yml .kamal/secrets .env.example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sua VM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9823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50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&lt;%= ENV.fetch("KAMAL_SSH_USER", "ubuntu")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ENV.fetch("SERVER_IP")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turma,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o MESMO na VM local e numa VPS. Muda a variável.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ENV.fetch("SERVER_IP")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 seu shell (source .env)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variáveis de ambiente na sua sessão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No pipeline, a primeira camada vira Secrets do Actions.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outras três não mudam nada.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.env junta tudo. E ele é o arquivo que não pode vazar.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O .ENV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cp .env.example .env, preencha tudo, e source .env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SERVER_ARCH: rode dpkg --print-architecture na VM e use o que sair.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RAILS_MASTER_KEY é o CONTEÚDO de config/master.key.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git status NÃO pode mostrar o .env.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bundle exec kamal config roda sem erro.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Para uma CA pública assinar, você tem que PROVAR que o domínio é seu.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kamal-proxy, rodando na sua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GERAR O CERTIFICADO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4181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102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openssl req -x509 -newkey rsa:2048 -sha256 -days 365 -nodes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-keyout tls/capacita-key.pem -out tls/capacita-cert.pem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-subj "/CN=seunome.test"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-addext "subjectAltName=DNS:seunome.test"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subjectAltName não é opcional.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Cliente moderno nenhum olha só o CN: sem SAN,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certificado é inválido mesmo estando certo.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.TEST E O /ETC/HOSTS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echo "SEU_IP  seunome.test" | sudo tee -a /etc/hosts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getent hosts seunome.test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.test é um domínio RESERVADO para testes (RFC 6761).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Ninguém consegue registrar, então nunca colide com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um site de verdade.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Quem resolve o nome é o /etc/hosts, que o sistema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consulta ANTES de perguntar ao DNS.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AUTOASSINADO,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https://seunome.test/api/v1/status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curl: (60) SSL certificate problem: self signed certificate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TÚNEL SUBIU. O que falhou foi a CONFIANÇA.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-k https://seunome.test/api/v1/status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funciona. -k = criptografa, mas não confere quem é.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curl --cacert tls/capacita-cert.pem https://seunome.test/...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funciona, CONFERINDO. Você não desligou nada: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você disse ao curl em quem confiar.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CERTIFICADO E /ETC/HOSTS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openssl req -x509 ... -addext "subjectAltName=DNS:seunome.test"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subjectAltName NÃO é opcional. Sem ele, nenhum cliente aceita.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"SEU_IP  seunome.test" | sudo tee -a /etc/hosts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getent hosts seunome.test devolve o IP da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repita no hosts do WINDOWS, é ele que o navegador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 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depende de onde o servidor mora.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sem CI publica bug automaticamente. CI sem servidor te avisa.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8452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1137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config     # valida sem tocar em nada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setup      # só na primeira vez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curl --cacert tls/capacita-cert.pem \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https://seunome.test/api/v1/status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{"status":"ok","service":"automic-auth-api",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"environment":"production"}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daqui pra frente: source .env &amp;&amp; kamal deploy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3345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019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multipass stop servidor    # libera RAM do notebook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 Se a VM sumir, o volume some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aqui a VM some com um multipass delete.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demonstração barata de um susto caro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pg_dump pela SSH, compactado, guardado fora da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O PRIMEIRO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source .env  ·  bundle exec kamal config  (valida sem tocar em nada)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exec kamal setup   — só na primeira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curl --cacert tls/capacita-cert.pem https://seunome.test/...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{"status":"ok", ..., "environment":"production"}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6, com a maior tabela de erros da capacitação.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 CERTIFICADO, COM OS OLHOS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https://seunome.test/...   -&gt;  FALHA: self signed certificate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TLS funcionando. O que falhou foi a CONFIANÇA.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-k ...   -&gt;  funciona, sem conferir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--cacert tls/capacita-cert.pem ...   -&gt;  funciona, CONFERINDO.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no navegador e leia o aviso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diferença entre o segundo e o terceiro comando.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7"/>
              </a:lnSpc>
              <a:spcBef>
                <a:spcPct val="0"/>
              </a:spcBef>
            </a:pPr>
            <a:r>
              <a:rPr lang="en-US" sz="8133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NA NUVEM DE VERDADE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ENTRA QUANDO O IP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máquina: portal do provedor. Região, tamanho, imagem, cota.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 do provedor, com a 22 aberta só para o seu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de verdade, num domínio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de uma CA: Let's Encrypt, ou Origin CA atrás do Cloudflare.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pelo Actions, e não do seu terminal.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o mais é o que vocês acabaram de fazer.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 DO DEPLOY AUTOMÁTICO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nuvem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firewall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meses, e quem lê o repositório entra na sua nuvem.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inverte: o GitHub emite um token curto a cada execução.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main'.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nuvem verifica e devolve um acesso temporário.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O SISTEMA INTEIRO, E O 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Refaça o fluxo da Aula 3 contra a SUA API em produção.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desta vez o e-mail chega na sua caixa de entrada de verdade.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commite, dê push (o CI roda) e kamal deploy.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logs -f enquanto acontece: veja o novo subir AO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um pg_dump pela SSH e confira que o arquivo não está vazio.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multipass stop servidor antes de ir embora.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no notebook ou em datacenter: muda o IP, não o trabalho.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 criptografa. CA é confiança. São coisas separadas.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máquina exposta, firewall e segredo curto deixam de ser detalhe.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VOCÊS FIZERAM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API REST com cinco fluxos de autenticação.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hasheada, token assinado, sessão revogável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servidor Linux provisionado por vocês: firewall, Docker,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com zero-downtime, HTTPS, banco com volume e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 zero. Em quatro encontros.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tudo no GitHub de vocês. É portfólio.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AGORA?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está aberto. Agora vocês conseguem 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Peguem uma coisa da lista anterior e implementem no projeto de vocês.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Alugem uma VPS de verdade quando quiserem: o apêndice tem o caminho.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deploy.yml é o mesmo. Muda uma variável.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Dúvida daqui a três semanas ainda é dúvida. Podem me chamar.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