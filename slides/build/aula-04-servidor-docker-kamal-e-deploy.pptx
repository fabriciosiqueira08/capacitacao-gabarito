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da aula toda: o trabalho é o mesmo. Muda o IP e a conta no</a:t>
            </a:r>
          </a:p>
          <a:p>
            <a:r>
              <a:t>fim do mês, não o que você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+ WSL2: são duas VMs diferentes e por padrão uma não enxerga a</a:t>
            </a:r>
          </a:p>
          <a:p>
            <a:r>
              <a:t>outra. Duas correções, e isto tinha que estar resolvido antes da aula:</a:t>
            </a:r>
          </a:p>
          <a:p>
            <a:r>
              <a:t>networkingMode=mirrored no .wslconfig (Win11 22H2+), ou netsh portproxy</a:t>
            </a:r>
          </a:p>
          <a:p>
            <a:r>
              <a:t>para 2222/443/80 (qualquer Windows). No segundo caso o SERVER_IP deles é</a:t>
            </a:r>
          </a:p>
          <a:p>
            <a:r>
              <a:t>o do Windows e o .env leva SSH_PORT=2222 — o deploy.yml já lê isso.</a:t>
            </a:r>
          </a:p>
          <a:p>
            <a:r>
              <a:t>Se alguém travar aqui: ./scripts/checar-servidor.sh &lt;IP&gt; diz o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 — lá é chave simétrica</a:t>
            </a:r>
          </a:p>
          <a:p>
            <a:r>
              <a:t>(HS256), aqui é par de chaves.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 privada não vai por e-mail, não vai por WhatsApp, não vai para o</a:t>
            </a:r>
          </a:p>
          <a:p>
            <a:r>
              <a:t>Git.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boa parte é download. Mande rodar o launch AGORA e</a:t>
            </a:r>
          </a:p>
          <a:p>
            <a:r>
              <a:t>deixe baixando enquanto você dá a teoria de chaves.</a:t>
            </a:r>
          </a:p>
          <a:p>
            <a:r>
              <a:t>Se alguém do Windows der timeout, rode o script nele e aplique a</a:t>
            </a:r>
          </a:p>
          <a:p>
            <a:r>
              <a:t>correção que ele imprimir. Se não sair em 5 min, dupla e siga.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honesto aqui compra credibilidade para o resto da aula. Eles</a:t>
            </a:r>
          </a:p>
          <a:p>
            <a:r>
              <a:t>percebem quando a gente finge que um exercício é uma proteção.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Mantenha a sessão atual aberta e teste em outro terminal. Errar a</a:t>
            </a:r>
          </a:p>
          <a:p>
            <a:r>
              <a:t>config do SSH com uma sessão só é o jeito clássico de perder a máquina.</a:t>
            </a:r>
          </a:p>
          <a:p>
            <a:r>
              <a:t>Aqui existe o multipass shell como rede de segurança. Numa VPS,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minutos, o bloco mais longo do dia.</a:t>
            </a:r>
          </a:p>
          <a:p>
            <a:r>
              <a:t>Duas armadilhas para avisar ANTES: liberar a 22 antes do ufw enable, e</a:t>
            </a:r>
          </a:p>
          <a:p>
            <a:r>
              <a:t>sair/entrar depois do usermod.</a:t>
            </a:r>
          </a:p>
          <a:p>
            <a:r>
              <a:t>Diga em voz alta: "aqui vocês têm o multipass shell como rede de</a:t>
            </a:r>
          </a:p>
          <a:p>
            <a:r>
              <a:t>segurança; numa máquina alugada essa porta não existe."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Fecha a capacitação: o que eles construíram nas Aulas 2 e</a:t>
            </a:r>
          </a:p>
          <a:p>
            <a:r>
              <a:t>3, rodando em produção.</a:t>
            </a:r>
          </a:p>
          <a:p>
            <a:r>
              <a:t>O backup é o fecho honesto da aula: volume não é backup, e aqui a VM</a:t>
            </a:r>
          </a:p>
          <a:p>
            <a:r>
              <a:t>some com um multipass delete. Demonstração barata de um susto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o seu próprio servidor Linux, do zero.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Entrar nele por SSH, com chave. E fechá-lo.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Docker e Kamal de verdade.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a sua API no ar, com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na máquina de vocês. Hoje ela SAI de lá.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não escrevem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 uma máquina: firewall, Docker, chave SSH, HTTPS.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uma dica que resolve metade da confusão: OLHE EM QUAL MÁQUINA VOCÊ ESTÁ.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prompt diz: voce@notebook ou ubuntu@servidor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ONDE O SEU CÓDIGO VAI RODAR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uma máquina virtual dentro do seu notebook.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Kernel, disco, rede, usuários. Um computador inteiro, em software.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Ubuntu Server, tem IP próprio, e você entra nela por SSH.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Exatamente como entraria numa máquina alugada do outro lado do mundo.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UMA VM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tem que ser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errar config de SSH, encher disco, instalar coisa demais.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VM o conserto é multipass delete &amp;&amp; multipass launch.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seu notebook, o conserto é o seu sábado.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por que não só Docker? Container compartilha o kernel do host.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usuário, sem firewall, sem systemd, sem sshd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NUMA VPS ALUGADA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IP: privado aqui, público lá. O mundo inteiro alcança.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ufw aqui; ufw MAIS o do provedor lá.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autoassinado aqui; de uma CA pública lá.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invade: ninguém aqui; bots, o dia todo, desde o primeiro minuto.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o resto é idêntico. Literalmente o mesmo deploy.yml.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VM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43728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7057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# Linux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sudo snap install multipass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# macOS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brew install --cask multipass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# Windows (PowerShell como administrador)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winget install Canonical.Multipass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multipass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chmod 600 = só você lê.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O SSH RECUSA usar chave com permissão frouxa.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Uma chave por finalidade: não reaproveite a do GitHub.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CLOUD-INIT: A MÁQUINA JÁ NASCE PRONTA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856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541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cat &gt; cloud-init.yaml &lt;&lt;EOF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#cloud-config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ssh_authorized_keys: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 - $(cat ~/.ssh/capacita.pub)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cloud-init é o padrão que TODO provedor de nuvem usa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para configurar uma VM no primeiro boot.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Repare: quem entra no arquivo é a chave PÚBLICA.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A VM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78211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0505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multipass launch 24.04 --name servidor \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 --cpus 2 --memory 2G --disk 10G \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 --cloud-init cloud-init.yaml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multipass info servidor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IPv4:  10.161.42.87    &lt;- o seu SERVER_IP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ssh -i ~/.ssh/capacita ubuntu@SEU_IP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o prompt vira ubuntu@servidor.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você está dentro de outro computador.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não conectou?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./scripts/checar-servidor.sh SEU_IP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 — SUBIR A VM E ENTRAR NELA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ssh-keygen -t ed25519 -f ~/.ssh/capacita  ·  chmod 600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cloud-init.yaml com a sua chave PÚBLICA.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 launch 24.04 --name servidor ...  e  multipass info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ubuntu@SEU_IP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o prompt virou ubuntu@servidor.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conectou? ./scripts/checar-servidor.sh SEU_IP diz o porquê.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LINUX BÁSICO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apt update / apt install: o gerenciador de pacotes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sudo: executar como root, uma vez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systemctl status / restart: serviços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journalctl -u ssh: logs de um serviço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free -h e df -h: memória e disco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arquivo: só o dono lê e escreve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E PERMISSÕES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é o usuário que pode tudo. Não tem 'tem certeza?'.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trabalha como ubuntu e chama sudo quando precisa.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arquivo tem dono, grupo e três permissões: ler, escrever, executar.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dono lê e escreve; mais ninguém vê nada.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SSH EXIGE de uma chave privada. Senão ele recusa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rode a aplicação como root. O Dockerfile já cuida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default deny incoming    # nada entra...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default allow outgoing   # ...mas a máquina pode sair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allow 22/tcp             # SSH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allow 80/tcp             # HTTP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allow 443/tcp            # HTTPS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enable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status verbose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ESSE FIREWALL FAZ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Nada. A sua VM não está na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está aprendendo o gesto.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VPS, ele é o que separa a sua máquina de um scanner.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 bate na porta 22 a cada poucos segundos, desde o minuto zero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lá são DOIS firewalls: o ufw dentro, e o do provedor fora.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 fora importa mais: o pacote nem chega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 no container.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DOCKER, DO REPOSITÓRIO OFICIAL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2074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892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O apt install docker.io do Ubuntu instala versão velha.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install -m 0755 -d /etc/apt/keyrings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curl -fsSL https://download.docker.com/linux/ubuntu/gpg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-o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chmod a+r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(adiciona o repositório — ver docs/04-deploy.md)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apt install -y docker-ce docker-ce-cli containerd.io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docker-buildx-plugin docker-compose-plugin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usermod -aG docker ubuntu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exit   # grupo só vale em sessão nova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scripts/server-swap.sh cria 2 GiB e persiste no boot.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e Postgres juntos numa máquina pequena estouram a RAM.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kernel mata o processo que estiver na frente. É o OOM killer.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mensagem de erro não explica nada.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sua VM tem 2 GiB e talvez não precise.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VPS de US$5/mês tem 1 GiB, e precisa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tee /etc/ssh/sshd_config.d/99-hardening.conf &gt;/dev/null &lt;&lt;'EOF'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PermitRootLogin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PasswordAuthentication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KbdInteractiveAuthentication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PubkeyAuthentication yes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sshd -t              # valida a sintaxe ANTES de recarregar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systemctl reload ssh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 — FIREWALL, DOCKER, SWAP, SSH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ufw: deny incoming, e libere 22, 80 e 443. Depois ufw enable.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do repositório oficial, e usermod -aG docker ubuntu.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SAIA E ENTRE DE NOVO. Grupo só vale em sessão nova.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Swap, pelo scripts/server-swap.sh, do seu notebook.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Endureça o SSH — COM UMA SEGUNDA SESSÃO ABERTA para testar.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hello-world + free -h com 2,0Gi + ufw active.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VM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—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aula-04. O -R não é detalhe.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deploy.yml vai para a raiz e o Kamal não acha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install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 no GitHub: write:packages e read:packages.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mostrado UMA VEZ. Guarde agora.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ls config/deploy.yml .kamal/secrets .env.example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VM local e numa VPS. Muda a variável.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 —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rode dpkg --print-architecture na VM e use o que sair.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git status NÃO pode mostrar o .env.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bundle exec kamal config roda sem erro.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sua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curl: (60) SSL certificate problem: self signed certificate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 —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3345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019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multipass stop servidor    # libera RAM do notebook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aqui a VM some com um multipass delete.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demonstração barata de um susto caro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 —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 —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self signed certificate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NA NUVEM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O IP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máquina: portal do provedor. Região, tamanho, imagem, cota.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 do provedor, com a 22 aberta só para o seu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num domínio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de uma CA: Let's Encrypt, ou Origin CA atrás do Cloudflare.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e não do seu terminal.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o mais é o que vocês acabaram de fazer.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 —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um pg_dump pela SSH e confira que o arquivo não está vazio.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 stop servidor antes de ir embora.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no notebook ou em datacenter: muda o IP, não o trabalho.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máquina exposta, firewall e segredo curto deixam de ser detalhe.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