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sobre se sentir mais perdido é importante e é verdade. Diga</a:t>
            </a:r>
          </a:p>
          <a:p>
            <a:r>
              <a:t>com naturalidade — ela impede que alguém conclua sozinho que "não leva</a:t>
            </a:r>
          </a:p>
          <a:p>
            <a:r>
              <a:t>jeito para back-end" quando na verdade é assunto novo mesmo.</a:t>
            </a:r>
          </a:p>
          <a:p>
            <a:r>
              <a:t>A dica do prompt você vai repetir umas cinco vezes hoje. Comece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isso com todas as letras: não é faz de conta e não é atalho. É a</a:t>
            </a:r>
          </a:p>
          <a:p>
            <a:r>
              <a:t>mesma conexão SSH, o mesmo deploy.yml, os mesmos comandos.</a:t>
            </a:r>
          </a:p>
          <a:p>
            <a:r>
              <a:t>O que um servidor alugado acrescenta são DUAS LINHAS do .env, e o</a:t>
            </a:r>
          </a:p>
          <a:p>
            <a:r>
              <a:t>trabalho de provisionar a máquina — que está no apêndice.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3, onde a chave é</a:t>
            </a:r>
          </a:p>
          <a:p>
            <a:r>
              <a:t>simétrica (HS256) porque quem assina e quem confere são o mesmo</a:t>
            </a:r>
          </a:p>
          <a:p>
            <a:r>
              <a:t>servidor.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WSL2: o sshd NÃO sobe sozinho a cada boot do Windows, a menos que o</a:t>
            </a:r>
          </a:p>
          <a:p>
            <a:r>
              <a:t>systemd esteja habilitado. Quando alguém disser "funcionava ontem", é</a:t>
            </a:r>
          </a:p>
          <a:p>
            <a:r>
              <a:t>isso, e a saída é sudo service ssh start.</a:t>
            </a:r>
          </a:p>
          <a:p>
            <a:r>
              <a:t>Avise ANTES de alguém apanhar.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exatamente o que se faria num servidor alugado: a mesma chave, o</a:t>
            </a:r>
          </a:p>
          <a:p>
            <a:r>
              <a:t>mesmo authorized_keys, o mesmo comando. A diferença é o endereço.</a:t>
            </a:r>
          </a:p>
          <a:p>
            <a:r>
              <a:t>O IdentitiesOnly=yes evita "Too many authentication failures" de quem</a:t>
            </a:r>
          </a:p>
          <a:p>
            <a:r>
              <a:t>tem várias chaves no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Circule. Os dois erros do bloco: sshd parado (Connection refused) e</a:t>
            </a:r>
          </a:p>
          <a:p>
            <a:r>
              <a:t>permissão frouxa na chave (Permission denied publickey).</a:t>
            </a:r>
          </a:p>
          <a:p>
            <a:r>
              <a:t>Windows: tudo dentro do WSL2. Repita isso quantas vezes precisar.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Cobre o tipo do token: fine-grained NÃO funciona no ghcr.io, tem que</a:t>
            </a:r>
          </a:p>
          <a:p>
            <a:r>
              <a:t>ser classic. É meia hora perdida se ninguém avisar.</a:t>
            </a:r>
          </a:p>
          <a:p>
            <a:r>
              <a:t>Circule também na arquitetura: quem tem Mac M precisa de arm64.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e errar aqui é o que causa quase toda falha da Prática 6.</a:t>
            </a:r>
          </a:p>
          <a:p>
            <a:r>
              <a:t>Pare a turma no git status. Se o .env aparecer para alguém, conserte o</a:t>
            </a:r>
          </a:p>
          <a:p>
            <a:r>
              <a:t>.gitignore ANTES de qualquer commit — segredo commitado não sai do</a:t>
            </a:r>
          </a:p>
          <a:p>
            <a:r>
              <a:t>histórico apagando o arquivo.</a:t>
            </a:r>
          </a:p>
          <a:p>
            <a:r>
              <a:t>Lembre que source .env vale só naquele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deixa para o certificado autoassinado: eles não têm domínio</a:t>
            </a:r>
          </a:p>
          <a:p>
            <a:r>
              <a:t>nenhum apontando para a VM, então não tem como provar nada. E é</a:t>
            </a:r>
          </a:p>
          <a:p>
            <a:r>
              <a:t>exatamente isso que vamos ver na tela daqui a três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Windows: repetir no C:\Windows\System32\drivers\etc\hosts, com o</a:t>
            </a:r>
          </a:p>
          <a:p>
            <a:r>
              <a:t>Bloco de Notas como administrador. É esse que o navegador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da aula. Uma CA é exatamente isso: alguém em quem o seu</a:t>
            </a:r>
          </a:p>
          <a:p>
            <a:r>
              <a:t>sistema já decidiu confiar, de fábrica. O Let's Encrypt não tem</a:t>
            </a:r>
          </a:p>
          <a:p>
            <a:r>
              <a:t>mágica que o openssl deles não tenha. Tem o navegador do mundo</a:t>
            </a:r>
          </a:p>
          <a:p>
            <a:r>
              <a:t>inteiro com a chave dele na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.test é reservado por RFC para testes: ninguém consegue registrar, e</a:t>
            </a:r>
          </a:p>
          <a:p>
            <a:r>
              <a:t>por isso nunca colide com um site real. Vale a curiosidade.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momento da aula. O código deles está rodando num container, num</a:t>
            </a:r>
          </a:p>
          <a:p>
            <a:r>
              <a:t>Ubuntu que eles provisionaram, atrás de um proxy TLS, com um Postgres</a:t>
            </a:r>
          </a:p>
          <a:p>
            <a:r>
              <a:t>com volume. Em produção, é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sendo ~5 de build. É o momento da aula.</a:t>
            </a:r>
          </a:p>
          <a:p>
            <a:r>
              <a:t>Use a espera do build para o bloco de backup e para perguntas.</a:t>
            </a:r>
          </a:p>
          <a:p>
            <a:r>
              <a:t>Quando aparecer, diga o que está na frente deles: o código deles</a:t>
            </a:r>
          </a:p>
          <a:p>
            <a:r>
              <a:t>rodando num container, num Ubuntu que eles provisionaram, atrás de um</a:t>
            </a:r>
          </a:p>
          <a:p>
            <a:r>
              <a:t>proxy TLS, com um Postgres com volume. Isto é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e é a prática que mais ensina do dia. Não passe rápido.</a:t>
            </a:r>
          </a:p>
          <a:p>
            <a:r>
              <a:t>A frase que fixa: o -k desliga a conferência; o --cacert não desliga</a:t>
            </a:r>
          </a:p>
          <a:p>
            <a:r>
              <a:t>nada, ele diz em quem confiar. Uma CA é isso e só isso — alguém em quem</a:t>
            </a:r>
          </a:p>
          <a:p>
            <a:r>
              <a:t>o seu sistema já decidiu confiar, de fábrica.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Isto é demonstração, não exercício. O passo a passo completo está em</a:t>
            </a:r>
          </a:p>
          <a:p>
            <a:r>
              <a:t>docs/apendice-azure.md, para eles fazerem em casa com a Azure for</a:t>
            </a:r>
          </a:p>
          <a:p>
            <a:r>
              <a:t>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a capacitação: o que eles construíram nas Aulas 2 e 3, rodando em</a:t>
            </a:r>
          </a:p>
          <a:p>
            <a:r>
              <a:t>produção.</a:t>
            </a:r>
          </a:p>
          <a:p>
            <a:r>
              <a:t>O backup é o fecho honesto da aula. Volume Docker não é backup: um</a:t>
            </a:r>
          </a:p>
          <a:p>
            <a:r>
              <a:t>docker volume rm sem querer leva tudo, e backup é a cópia que vive</a:t>
            </a:r>
          </a:p>
          <a:p>
            <a:r>
              <a:t>FORA dali. Vale perguntar quem já perdeu alguma coisa assim.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os cinco minutos e leia isto devagar, olhando para eles.</a:t>
            </a:r>
          </a:p>
          <a:p>
            <a:r>
              <a:t>Quem fez raramente percebe o tamanho do que fez — o esforço esconde a</a:t>
            </a:r>
          </a:p>
          <a:p>
            <a:r>
              <a:t>conquista. Este slide existe para devolver a perspectiva.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canal aberto de verdade, e diga isso em voz alta. A pergunta</a:t>
            </a:r>
          </a:p>
          <a:p>
            <a:r>
              <a:t>que chega três semanas depois costuma ser a mais importante da</a:t>
            </a:r>
          </a:p>
          <a:p>
            <a:r>
              <a:t>capacitação inteira, porque é a primeira que veio de um problema real</a:t>
            </a:r>
          </a:p>
          <a:p>
            <a:r>
              <a:t>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Servidor, Docker,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Kamal 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Transformar a sua máquina num servidor: SSH, chave, e entrar nela.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Empacotar a API numa imagem Docker, e publicá-la num registry.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Kamal: zero-downtime, rollback e segredo.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Servir com HTTPS, e ver a diferença entre criptografia e confiança.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PARAMOS, E O ÚLTIMO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têm uma API com cinco fluxos de autenticação,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roda com bin/rails server. Hoje ela vira um sistema publicado.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é a aula mais diferente das quatro: vocês quase não escrevem Ruby.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operam: chave SSH, imagem Docker, registry, proxy, HTTPS.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vocabulário novo em três horas. É normal se sentir mais perdido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cada ferramenta vem com o problema que ela resolve, na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funciona enquanto o seu terminal está aberto.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Produção precisa de mais que isso: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sozinho e continuar de pé sem ninguém olhando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mesmas versões de tudo, sempre, em qualquer máquina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atualizar SEM SAIR DO AR, e voltar atrás quando der errado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segredo sem vazar no histórico do shell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depende de ONDE a máquina está. É o assunto de hoje.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 só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 SUA MÁQUINA É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não sabe onde a máquina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por SSH e roda docker do outro lado. Só 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127.0.0.1? Ele conecta na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público? Na de lá. MESMA conexão, MESMO arquivo.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o servidor é o seu WSL2. Linux e macOS: o próprio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vai instalar máquina virtual nenhuma.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MUDA NUM SERVIDOR ALUGADO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SERVER_IP: de 127.0.0.1 para o IP público.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KAMAL_SSH_USER: do seu login para o usuário que o provedor criou.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novo: provisionar a máquina, e o firewall.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Certificado: de autoassinado para uma CA pública.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linhas no .env. O resto do arquivo é idêntico.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PRECISA DE DUAS COISAS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SSH que aceite a sua chave.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rodando.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você já tem desde a Aula 1.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Falta o SSH: você usa o CLIENTE (o comando ssh);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falta é o SERVIDOR, que escuta na porta 22 e atende.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INSTALAR O SERVIDOR DE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0818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766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Ubuntu, Debian e WSL2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apt update &amp;&amp; sudo apt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service ssh start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Fedora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dnf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systemctl enable --now sshd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macOS: não instala nada.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Ajustes do Sistema -&gt; Geral -&gt; Compartilhamento -&gt; Sessão remota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ss -tlnp | grep :22        # está escutando?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PAR DE CHAVES, E AUTORIZAR A SI MESMO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5206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789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ssh-keygen -t ed25519 -f ~/.ssh/capacita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-C "capacita-servidor" -N ""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~/.ssh/capacita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mkdir -p ~/.ssh &amp;&amp; chmod 700 ~/.ssh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cat ~/.ssh/capacita.pub &gt;&gt;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 -i ~/.ssh/capacita -o IdentitiesOnly=yes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"$USER"@127.0.0.1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NA SUA PRÓPRIA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truque: é uma conexão de rede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Autenticada por chave, exatamente como a que o Kamal vai abrir.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só o dono lê e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SSH RECUSA usar chave com permissão frouxa.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a primeira coisa a conferir no Permission denied (publickey)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privada que outros leem não é chave privada.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A SUA MÁQUINA VIRA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openssh-server e suba com service ssh start.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par de chaves da capacitação, e chmod 600 nela.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Ponha a sua pública no seu próprio authorized_keys.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VER, e é o que o Kamal precisa: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 -i ~/.ssh/capacita -o IdentitiesOnly=yes "$USER"@127.0.0.1 \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  'echo SSH_OK &amp;&amp; docker -v'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 Usamos o ghcr.io.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o seu notebook builda, empurra pro ghcr.io,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servidor puxa de lá e roda.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não viaja pela sua rede local: sobe pro GitHub e desce.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aconteceria com uma VPS do outro lado do mundo.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o que faz o mesmo deploy.yml servir nos dois casos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E A 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do Actions não existe GITHUB_TOKEN.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PAT (classic) com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escopo de pacote e nada mais: quando vazar, o estrago tem tamanho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builda no seu notebook e roda na VM: mesma arquitetura.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Intel ou AMD: SERVER_ARCH=amd64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Mac M1/M2/M3/M4: SERVER_ARCH=arm64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ARQUIVOS DE DEPLOY E O TOKEN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-aR do gabarito aula-04, e bundle install.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-R, o deploy.yml vai pra raiz e o Kamal não acha nada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PAT (classic):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aparece UMA VEZ. Guarde agora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ls config/deploy.yml .kamal/secrets .env.example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máquina que serve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9823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50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&lt;%= ENV.fetch("KAMAL_SSH_USER", "ubuntu")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ENV.fetch("SERVER_IP")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turma,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o MESMO na sua máquina e num servidor alugado.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ENV.fetch("SERVER_IP")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 seu shell (source .env)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variáveis de ambiente na sua sessão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No pipeline, a primeira camada vira Secrets do Actions.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outras três não mudam nada.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.env junta tudo. E ele é o arquivo que não pode vazar.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.ENV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cp .env.example .env, preencha tudo, e source .env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 e KAMAL_SSH_USER já vêm prontos: é a sua máquina e o seu login.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SERVER_ARCH: o uname -m da prática anterior (x86_64 = amd64, aarch64 = arm64).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RAILS_MASTER_KEY é o CONTEÚDO de config/master.key.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git status NÃO pode mostrar o .env.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bundle exec kamal config roda sem erro.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Para uma CA pública assinar, você tem que PROVAR que o domínio é seu.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kamal-proxy, rodando na máquina que serve.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GERAR O CERTIFICADO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4181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102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openssl req -x509 -newkey rsa:2048 -sha256 -days 365 -nodes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-keyout tls/capacita-key.pem -out tls/capacita-cert.pem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-subj "/CN=seunome.test"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-addext "subjectAltName=DNS:seunome.test"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subjectAltName não é opcional.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Cliente moderno nenhum olha só o CN: sem SAN,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certificado é inválido mesmo estando certo.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.TEST E O /ETC/HOSTS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echo "SEU_IP  seunome.test" | sudo tee -a /etc/hosts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getent hosts seunome.test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.test é um domínio RESERVADO para testes (RFC 6761).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Ninguém consegue registrar, então nunca colide com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um site de verdade.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Quem resolve o nome é o /etc/hosts, que o sistema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consulta ANTES de perguntar ao DNS.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AUTOASSINADO,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https://seunome.test/api/v1/status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curl: (60) ... self-signed certificate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O TÚNEL SUBIU. O que falhou foi a CONFIANÇA.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-k https://seunome.test/api/v1/status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funciona. -k = criptografa, mas não confere quem é.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--cacert tls/capacita-cert.pem https://seunome.test/...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funciona, CONFERINDO. Você não desligou nada: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você disse ao curl em quem confiar.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CERTIFICADO E /ETC/HOSTS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openssl req -x509 ... -addext "subjectAltName=DNS:seunome.test"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subjectAltName NÃO é opcional. Sem ele, nenhum cliente aceita.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"SEU_IP  seunome.test" | sudo tee -a /etc/hosts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getent hosts seunome.test devolve o IP da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repita no hosts do WINDOWS, é ele que o navegador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 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depende de onde o servidor mora.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sem CI publica bug automaticamente. CI sem servidor te avisa.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8452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1137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config     # valida sem tocar em nada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setup      # só na primeira vez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curl --cacert tls/capacita-cert.pem \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https://seunome.test/api/v1/status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{"status":"ok","service":"automic-auth-api",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"environment":"production"}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daqui pra frente: source .env &amp;&amp; kamal deploy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3445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129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stop             # para o app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stop db    # para o banco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docker volume rm sem querer leva tudo junto.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máquina que morre leva também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é a cópia que vive FORA dali: pg_dump, compactado, em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O PRIMEIRO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source .env  ·  bundle exec kamal config  (valida sem tocar em nada)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exec kamal setup   — só na primeira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curl --cacert tls/capacita-cert.pem https://seunome.test/...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{"status":"ok", ..., "environment":"production"}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5, com a maior tabela de erros da capacitação.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O CERTIFICADO, COM OS OLHOS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https://seunome.test/...   -&gt;  FALHA: erro 60, self-signed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TLS funcionando. O que falhou foi a CONFIANÇA.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-k ...   -&gt;  funciona, sem conferir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--cacert tls/capacita-cert.pem ...   -&gt;  funciona, CONFERINDO.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no navegador e leia o aviso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diferença entre o segundo e o terceiro comando.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7"/>
              </a:lnSpc>
              <a:spcBef>
                <a:spcPct val="0"/>
              </a:spcBef>
            </a:pPr>
            <a:r>
              <a:rPr lang="en-US" sz="8133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 SERVIDOR DE VERDADE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ENTRA QUANDO A MÁQUINA NÃO É SUA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.env, DUAS linhas: SERVER_IP e KAMAL_SSH_USER.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novo, que hoje não existiu: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provisionar um Ubuntu cru: apt upgrade, Docker, usuário, swap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firewall: o ufw dentro, e o do provedor fora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sshd, sem senha e sem root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de verdade, e certificado de uma CA pública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pelo Actions, por OIDC, sem senha guardada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 DO DEPLOY AUTOMÁTICO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nuvem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firewall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meses, e quem lê o repositório entra na sua nuvem.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inverte: o GitHub emite um token curto a cada execução.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main'.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nuvem verifica e devolve um acesso temporário.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 SISTEMA INTEIRO, E O 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Refaça o fluxo da Aula 3 contra a SUA API em produção.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desta vez o e-mail chega na sua caixa de entrada de verdade.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commite, dê push (o CI roda) e kamal deploy.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logs -f enquanto acontece: veja o novo subir AO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exec ... pg_dump ... | gzip  -&gt;  ls -lh: alguns KB, não 20 bytes.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stop e kamal accessory stop db liberam a máquina depois.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Publicar é empacotar, versionar, e poder voltar atrás.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Multi-stage,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 criptografa. CA é confiança. São coisas separadas.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 é o portão: avisa antes, com ou sem deploy automático.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VOCÊS FIZERAM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API REST com cinco fluxos de autenticação.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hasheada, token assinado, sessão revogável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Linux provisionado por vocês: firewall, Docker,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com zero-downtime, HTTPS, banco com volume e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 zero. Em quatro encontros.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tudo no GitHub de vocês. É portfólio.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AGORA?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está aberto. Agora vocês conseguem 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Peguem uma coisa da lista anterior e implementem no projeto de vocês.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Alugem uma VPS de verdade quando quiserem: o apêndice tem o caminho.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deploy.yml é o mesmo. Muda uma variável.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Dúvida daqui a três semanas ainda é dúvida. Podem me chamar.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