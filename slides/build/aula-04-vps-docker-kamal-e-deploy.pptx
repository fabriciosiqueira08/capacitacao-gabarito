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 — lá é chave simétrica</a:t>
            </a:r>
          </a:p>
          <a:p>
            <a:r>
              <a:t>(HS256), aqui é par de chaves.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portal oferece o download uma vez só. Chave privada não vai por</a:t>
            </a:r>
          </a:p>
          <a:p>
            <a:r>
              <a:t>e-mail, não vai por WhatsApp, não vai para o Git.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Mantenha a sessão atual aberta e teste em outro terminal. Errar a</a:t>
            </a:r>
          </a:p>
          <a:p>
            <a:r>
              <a:t>config do SSH com uma sessão só é o jeito clássico de perder 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VPS, Docker, Kamal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a sua própria máquina na nuvem.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Docker e Kamal de verdade.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a sua API no ar, com HTTPS.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automático a cada push.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VPS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Virtual Private Server.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computador virtual dentro do servidor físico de um provedor.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seu: acesso root, escolhe o sistema, instala o que quiser.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Cobra por hora ligada, não por uso.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 —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 —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 —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—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 e aplicação perto um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VM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 —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COTAS ANTES DE TUDO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Azure for Students não oferece todo tamanho em toda região.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portal responde: NotAvailableForSubscription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Assinaturas → Uso + cotas → filtre por Compute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uma região onde o tamanho aparece.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insista: pedir aumento de cota não resolve oferta desabilitada.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VM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 Server 24.04 LTS — x64 Gen2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Standard_B1s (1 vCPU, 1 GiB) ou maior, se houver crédito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Autenticação: chave pública SSH, tipo Ed25519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Usuário: azureuser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Portas públicas de entrada: NENHUMA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'NENHUMA' É A ESCOLHA MAIS IMPORTANTE DA TELA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assistente, se deixado, libera SSH para a internet inteira.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Bots varrem a porta 22 do IPv4 todo, o dia todo.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abrir a 22 só para o seu IP.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-4 ifconfig.me descobre qual é.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/32 na regra significa 'exatamente este endereço'.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 —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 —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CHAVE PRIVADA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113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379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mkdir -p ~/.ssh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mv ~/Downloads/vm-capacita_key.pem ~/.ssh/azure-capacita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chmod 600 ~/.ssh/azure-capacita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ssh -i ~/.ssh/azure-capacita azureuser@SEU_IP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chmod 600 = só você lê.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O SSH RECUSA usar chave com permissão frouxa.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UBUNTU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LINUX BÁSICO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apt update / apt install — o gerenciador de pacotes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sudo — executar como root, uma vez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systemctl status / restart — serviços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journalctl -u ssh — logs de um serviço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free -h e df -h — memória e disco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arquivo — só o dono lê e escreve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E PERMISSÕES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root é o usuário que pode tudo. Não tem 'tem certeza?'.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trabalha como azureuser e chama sudo quando precisa.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arquivo tem dono, grupo e três permissões: ler, escrever, executar.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dono lê e escreve; mais ninguém vê nada.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SSH EXIGE de uma chave privada — senão ele recusa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rode a aplicação como root. O Dockerfile já cuida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 no container.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DOCKER, DO REPOSITÓRIO OFICIAL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2074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8922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O apt install docker.io do Ubuntu instala versão velha.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install -m 0755 -d /etc/apt/keyrings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curl -fsSL https://download.docker.com/linux/ubuntu/gpg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-o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chmod a+r /etc/apt/keyrings/docker.asc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(adiciona o repositório — ver docs/04-deploy.md)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apt install -y docker-ce docker-ce-cli containerd.io \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docker-buildx-plugin docker-compose-plugin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sudo usermod -aG docker azureuser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exit   # grupo só vale em sessão nova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scripts/server-swap.sh cria 2 GiB e persiste no boot.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VM de 1 GiB, Rails + Postgres + build estouram a RAM.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kernel mata o processo que estiver na frente. É o OOM killer.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mensagem de erro não explica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swappiness 10: só usa swap quando a RAM acabar mesmo.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tee /etc/ssh/sshd_config.d/99-hardening.conf &gt;/dev/null &lt;&lt;'EOF'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PermitRootLogin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PasswordAuthentication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KbdInteractiveAuthentication no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PubkeyAuthentication yes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EOF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sshd -t              # valida a sintaxe ANTES de recarregar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sudo systemctl reload ssh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o ghcr.io: já vem com a conta do GitHub.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Actions autentica sozinho com o GITHUB_TOKEN.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Actions builda → empurra pro ghcr.io → a VM puxa e roda.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sua máquina nunca faz o build de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sua VM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379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647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azureuser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run_directory: /home/azureuser/.kamal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ENV.fetch("AZURE_VM_IP")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que muda vem das variables do Actions.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 —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ENV.fetch("AZURE_VM_IP")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GitHub Actions 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viram variáveis de ambiente no runner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Nenhum valor real toca o repositório em ponto nenhum.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CI/CD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 — Brakeman e bundler-audit.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lint —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 —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isso que faz 'deploy automático' não ser 'publicar bug automático'.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DEPLOY: O PONTO DELICADO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porta 22 está fechada para a internet.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runner do GitHub tem IP diferente a cada execução.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liberar antes.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Azure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NSG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USAR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quem tiver acesso ao repositório tem acesso à sua Azure.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GitHub emite, a cada execução, um token de curta duração.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Y'.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Azure verifica e devolve um acesso temporário.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CREDENCIAL FEDERADA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3566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041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Microsoft Entra ID → Registros de aplicativo → Novo registro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NÃO crie segredo do cliente.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Credenciais federadas → cenário GitHub Actions: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repo:SEU-USUARIO/SEU-REPO:ref:refs/heads/main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Precisa bater CARACTERE POR CARACTERE.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Erro de maiúscula, de nome ou de branch dá AADSTS700213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— e a mensagem não ajuda em nada.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PERMISSÃO MÍNIMA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atribuição de função vai no NSG, não na assinatura.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Função: Colaborador de Rede.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 credencial vazar, o estrago se limita a regras de firewall.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daquela máquina, e só.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chave SSH do CI também é separada da sua.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dá para revogar o acesso do CI sem trocar o seu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 —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 O navegador não aceita.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Let's Encrypt é uma CA pública e gratuita. Cloudflare Origin CA não é pública.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 na sua VM — e o Cloudflare, uma camada antes.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NO CLOUDFLARE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Registro A, apontando para o IP público da VM.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Proxy: Proxied — a nuvem laranja.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tráfego passa pelo Cloudflare antes de chegar na sua VM.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Cache, proteção contra DDoS,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IP real da sua máquina não aparece no DNS.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MODOS DE TLS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Flexible — Cloudflare → sua VM em TEXTO PURO. Não use.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Full — criptografado, mas aceita certificado inválido.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Full (strict) — criptografado E o certificado é validado.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Flexible, o cadeado aparece e a senha trafega em claro no fim.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pior que não ter HTTPS, porque 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LET'S ENCRYPT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sabe emitir Let's Encrypt sozinho. Aqui não dá.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o DNS proxied, o desafio HTTP-01 não chega como esperado.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Daria para tirar o proxy durante a emissão — mas expõe o IP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vira ritual manual a cada renovação.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Origin CA: protege Cloudflare → Azure, sem desafio, e vale anos.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certificado que o usuário vê é o público do Cloudflare.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Valida o deploy.yml sem tocar em nada: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GHCR_USER=... AZURE_VM_IP=... APP_HOST=... \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bundle exec kamal config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Actions → Deploy (Kamal) → Run workflow → command: setup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`setup` instala o Docker se faltar, sobe os accessories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faz o primeiro deploy. Só na primeira vez.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curl https://seunome.capacita.exemplo.tech/api/v1/status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28925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5577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 Se a VM sumir, o volume some junto.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pg_dump pela SSH, compactado, guardado fora da máquina.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— 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 VM, sem porta pública nenhuma.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a 22 só para o seu IP, mais 80 e 443.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Docker e rode o hello-world.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 server-swap.sh e endureça o SSH.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— 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Configure o OIDC e cadastre secrets e variables.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DNS e o Origin CA. Ligue o Full (strict).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 workflow com command: setup.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o fluxo da Aula 3 contra a SUA API em produção.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dê push, e veja o deploy sozinho.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você controla tudo, e opera tudo.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 —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troca segredo longo por token curto.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porta 22 abre por um minuto e fecha, inclusive quando dá errado.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 —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 —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 —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 —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