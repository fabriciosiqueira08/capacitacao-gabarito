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Trocar os colchetes pelos seus dados. A foto do doador foi removida —</a:t>
            </a:r>
          </a:p>
          <a:p>
            <a:r>
              <a:t>adicione a sua no Canva, no espaço à esquerda.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quatro objetivos são as quatro aulas. Deixe claro que no fim do</a:t>
            </a:r>
          </a:p>
          <a:p>
            <a:r>
              <a:t>encontro 4 cada um vai ter uma URL https:// própria, funcionando.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Mesmo editor da capacitação de front. A diferença são as extensões.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alguém já usa Postman, tanto faz. O que não pode é testar API</a:t>
            </a:r>
          </a:p>
          <a:p>
            <a:r>
              <a:t>digitando URL no navegador — o navegador só sabe fazer 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explicar Docker a fundo agora — isso é a Aula 4. Aqui é só</a:t>
            </a:r>
          </a:p>
          <a:p>
            <a:r>
              <a:t>"o banco roda num container e você não precisa saber mais que isso".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alguém ainda não fez, este é o momento. Todo mundo roda os quatro</a:t>
            </a:r>
          </a:p>
          <a:p>
            <a:r>
              <a:t>comandos e mostra a saída antes de seguir.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Retomar o slide 9 da capacitação do Fiuza — é literalmente a continuação</a:t>
            </a:r>
          </a:p>
          <a:p>
            <a:r>
              <a:t>dele. Front-end foi o "o que o usuário vê"; agora é o outro 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último ponto é o mais importante. Qualquer coisa que roda no</a:t>
            </a:r>
          </a:p>
          <a:p>
            <a:r>
              <a:t>navegador o usuário consegue ler e alterar. Por isso a validação de</a:t>
            </a:r>
          </a:p>
          <a:p>
            <a:r>
              <a:t>senha do front é conveniência; a que vale é a do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Analogia física, no estilo dos slides do Fiuza ("HTML são os tijolos").</a:t>
            </a:r>
          </a:p>
          <a:p>
            <a:r>
              <a:t>Vale voltar nela quando falar de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"Sem memória" (stateless) é a semente do problema de autenticação da</a:t>
            </a:r>
          </a:p>
          <a:p>
            <a:r>
              <a:t>Aula 3: se o servidor esquece tudo entre uma requisição e outra, como</a:t>
            </a:r>
          </a:p>
          <a:p>
            <a:r>
              <a:t>ele sabe que você já fez login? Guarde essa pergunta.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401 = "quem é você?". 403 = "sei quem você é, e você não pode".</a:t>
            </a:r>
          </a:p>
          <a:p>
            <a:r>
              <a:t>Vamos usar os dois na Aula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Rodar ao vivo. É a API do SEEM, está no ar. Mostra que "back-end" não é</a:t>
            </a:r>
          </a:p>
          <a:p>
            <a:r>
              <a:t>abstração: é um endereço que responde.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seem-backend é --api: não tem view nenhuma. Quem desenha tela é o</a:t>
            </a:r>
          </a:p>
          <a:p>
            <a:r>
              <a:t>app React Native e o painel admin. É o que vamos construir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Insistir: quem sabe Python já sabe 80% de Ruby. A curva é de sintaxe e</a:t>
            </a:r>
          </a:p>
          <a:p>
            <a:r>
              <a:t>de convenção, não de conceito.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diferenças para apontar: o `end`, o `if` no final da linha</a:t>
            </a:r>
          </a:p>
          <a:p>
            <a:r>
              <a:t>(modificador), e a última linha ser o retorno sem escrever `return`.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Regra prática: se é conteúdo que o usuário lê, string. Se é nome de</a:t>
            </a:r>
          </a:p>
          <a:p>
            <a:r>
              <a:t>alguma coisa no código, símbolo.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map/select/reject/reduce existem nos dois. A diferença é que em Ruby</a:t>
            </a:r>
          </a:p>
          <a:p>
            <a:r>
              <a:t>isso é o caminho normal, não uma alternativa "elegante".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Vamos escrever dois módulos desses na Aula 2. Guarde o nome: concern.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Gemfile.lock é o requirements.txt travado, só que automático e</a:t>
            </a:r>
          </a:p>
          <a:p>
            <a:r>
              <a:t>obrigatoriamente versionado. Ele é a garantia de que a sua máquina e o</a:t>
            </a:r>
          </a:p>
          <a:p>
            <a:r>
              <a:t>servidor rodam exatamente as mesmas versões.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maior diferença cultural em relação a Flask/FastAPI, onde você</a:t>
            </a:r>
          </a:p>
          <a:p>
            <a:r>
              <a:t>monta cada peça. Aqui o framework já decidiu — e decidiu bem.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vem de Flask ou FastAPI vai sentir mais diferença: lá você monta</a:t>
            </a:r>
          </a:p>
          <a:p>
            <a:r>
              <a:t>cada peça, aqui elas já vêm encaixadas.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 o --api o Rails traz o pacote completo de site com telas. Não</a:t>
            </a:r>
          </a:p>
          <a:p>
            <a:r>
              <a:t>precisamos de nada disso, e cada peça a menos é uma peça a menos para</a:t>
            </a:r>
          </a:p>
          <a:p>
            <a:r>
              <a:t>dar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console é a ferramenta mais subestimada do Rails. Dá para criar</a:t>
            </a:r>
          </a:p>
          <a:p>
            <a:r>
              <a:t>usuário, rodar query e testar método sem escrever um arquivo.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é a entrega da aula. Ninguém sai daqui sem os 200 na tela.</a:t>
            </a:r>
          </a:p>
          <a:p>
            <a:r>
              <a:t>Quem travar: git checkout aula-01.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Fundamentos de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Back-end (Ruby on Rails)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[idade]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[cidade - UF]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[curso]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[período]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o que roda do outro lado da tela.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Escrever Ruby partindo do que você já sabe de Python.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Subir sua primeira API em Rails.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Colocar ela no ar, numa máquina de verdade.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FERRAMENTAS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107057"/>
            <a:ext cx="16459200" cy="284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07"/>
              </a:lnSpc>
            </a:pPr>
            <a:r>
              <a:rPr lang="en-US" sz="664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VISUAL STUDIO CODE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EXTENSÕES ÚTEIS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LSP — autocomplete e erro em tempo real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Rails — pula entre model, controller e rota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— ver e parar containers pela barra lateral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GitLens — quem escreveu esta linha, e quando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WSL — só Windows, abre o projeto do Ubuntu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vscode-icons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TERMINAL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back-end você vive aqui. Não tem botão de play.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pwd — onde eu estou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ls — o que tem aqui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cd pasta — entrar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cd .. — voltar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Ctrl+C mata o processo que está rodando.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Seta pra cima repete o último comando.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INSOMNIA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Nossa API não tem tela. Ela responde JSON.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Insomnia é o navegador de quem faz back-end.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Monta a requisição: método, URL, cabeçalhos,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Mostra a resposta: status, cabeçalhos,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Salva tudo numa coleção que dá para versionar.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de dados não vai ser instalado na sua máquina.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roda dentro de um container: um pacotinho isolado.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mundo com a mesma versão do Postgres, no mesmo comando.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Desinstalar é apagar o container. Não sobra sujeira.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é assim que a nossa API vai rodar no servidor.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MISE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Instala a versão exata de Ruby que o projeto pede.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mexer no Ruby do sistema.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projeto pode usar uma versão diferente.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pyenv do mundo Ruby. E o .ruby-version é o runtime.txt.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arquivo .ruby-version na raiz e ele troca sozinho ao entrar na pasta.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SETUP EM QUATRO COMANDOS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4544568" y="2377440"/>
            <a:ext cx="9198864" cy="318007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01768" y="2743200"/>
            <a:ext cx="8284464" cy="24485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curl https://mise.run | sh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mise use --global ruby@3.4.9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gem install rails -v 8.1.3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docker run --rm hello-world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DOIS LADOS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parte visível, que o usuário toca.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HTML, CSS, JavaScript.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no navegador ou no celular.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cair, o usuário vê a tela quebrada.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parte lógica, nos bastidores.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Ruby, Python, Java, Go, Node.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num servidor, longe do usuário.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cair, nada funciona.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FRONT-END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BACK-END FAZ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 os dados e decide quem pode ver o quê.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Aplica as regras de negócio.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Autentica usuários.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Fala com outros sistemas: e-mail, pagamento, mapas.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Processa o que é pesado demais para o celular.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Nada disso pode viver no front — o usuário mexeria.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ANALOGIA DO RESTAURANTE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salão é o front-end: mesa, cardápio, garçom.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cozinha é o back-end: ninguém entra, mas é lá que a comida sai.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pedido é a requisição.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prato é a resposta.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pede pra ver a receita. Você pede o prato.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CLIENTE E SERVIDOR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Cliente: quem pede. Navegador, app, outro servidor.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Servidor: quem responde. Um computador ligado o tempo todo.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cliente sempre começa a conversa. O servidor nunca liga primeiro.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os dois: a internet, e o protocolo HTTP.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idioma que os dois falam.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Toda conversa tem duas partes: requisição e resposta.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requisição tem: método, caminho, cabeçalhos e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resposta tem: status, cabeçalhos e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sem memória: cada requisição começa do zero.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VERBOS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GET — me dá isso (não muda nada)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— cria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PUT / PATCH — altera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DELETE — apaga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verbo é uma promessa. GET que apaga coisa é bug, não criatividade.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STATUS CODES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2xx — deu certo. 200 ok, 201 criado.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3xx — foi pra outro lugar.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4xx — você errou. 400 pedido mal feito, 401 não autenticado,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403 autenticado mas sem permissão, 404 não existe, 422 dado inválido.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5xx — nós erramos. 500 é bug nosso.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diferença entre 401 e 403 cai em toda entrevista.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REQUISIÇÃO DE VERDADE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5852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8536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$ curl -i https://api.seemxxiii.tech/api/v1/status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HTTP/2 200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content-type: application/json; charset=utf-8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{"status":"ok","service":"seem-backend"}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JSON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formato em que cliente e servidor trocam dados.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 e valor, como o dict do Python.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tem texto, número, booleano, nulo, lista e objeto.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tem data, não tem classe, não tem comentário.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texto puro. Qualquer linguagem lê.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UMA API REST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API: a porta de entrada do sistema para outros programas.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REST: um estilo de organizar essa porta.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coisa do sistema é um recurso, com um endereço.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/api/v1/lectures são as palestras. /api/v1/lectures/7 é a palestra 7.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você faz com ela é o verbo, não o endereço.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Errado: /criarPalestra. Certo: POST /lectures.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JEITOS DE FAZER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devolve HTML pronto.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linguagem, um projeto.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Site institucional, blog, painel interno.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devolve só dados.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App, painel web e site consomem a mesma API.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SEEM: um back-end, um app e um painel.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+ CLIENTES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SITE COM TELAS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VEIO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Criado por Yukihiro Matsumoto, o Matz, em 1995, no Japão.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objetivo declarado: fazer o programador feliz.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Interpretada, dinâmica, orientada a objetos — como Python.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Estourou em 2005, com o Rails.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Hoje: GitHub, Shopify, Airbnb, Basecamp e o seem-backend.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  ×  RUBY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Indentação delimita bloco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None / True / False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dict, list, tuple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return explícito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f"Olá {nome}"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self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+ venv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def ... end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 / true / false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Hash, Array, símbolos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última linha é o retorno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"Olá #{nome}"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self (igual)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 + bundler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MESMA FUNÇÃO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3374136" y="2377440"/>
            <a:ext cx="11539728" cy="730504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31336" y="2743200"/>
            <a:ext cx="10625328" cy="657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def saudacao(nome, formal=False):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if formal: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    return f"Prezado 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return f"Oi, 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# Ruby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def saudacao(nome, formal: false)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return "Prezado #{nome}" if formal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"Oi, #{nome}"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TUDO É OBJETO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Python, len(x). Em Ruby, x.length.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Número é objeto: 3.times { puts "oi"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 é objeto: nil.to_s devolve "".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classe é objeto.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função solta: é sempre método de alguém.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SÍMBOLOS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Escrito com dois-pontos: :aluno, :email, :admin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um texto que serve de etiqueta, não de conteúdo.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símbolo é sempre o mesmo objeto na memória.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em Python — lá você usaria uma string.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usa símbolo em tudo: chave de hash, nome de campo, estado.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 ×  DICT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21916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876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 = {"nome": "Ana", "role": "admin"}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usuario["nome"]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Ruby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 = { nome: "Ana", role: :admin }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usuario[:nome]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 chave é um símbolo — { nome: } é açúcar para { :nome =&gt; }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BLOCOS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pedaço de código que você entrega para um método executar.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chaves quando cabe numa linha.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do e end quando não cabe.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lambda do Python, mas usado o tempo todo, não de vez em quando.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Quase todo laço em Ruby é um bloco.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BLOCOS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61311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88159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Python                          # Ruby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for u in usuarios:                usuarios.each do |u|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print(u.nome)                   puts u.nome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                              end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[u.nome for u in usuarios]        usuarios.map { |u| u.nome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[u for u in usuarios if u.ativo]  usuarios.select { |u| u.ativo? }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?  E  O  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Método terminado em ? devolve verdadeiro ou falso.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user.admin?  ·  user.email_verified?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Método terminado em ! é a versão perigosa.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save salva e devolve false se falhar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save! salva e estoura erro se falhar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convenção, não regra da linguagem. Mas todo mundo segue.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MÓDULOS E MIXINS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não tem herança múltipla.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 módulo: um saco de métodos que você inclui numa classe.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include EmailVerifiable e a classe ganha aqueles métodos.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como os Mixins do Django, mas nativo e usado o tempo todo.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seem-backend é assim que o User ganha verificação de e-mail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recuperação de senha, sem virar um arquivo de 800 linhas.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DEPENDÊNCIAS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install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requirements.txt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venv, por projeto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freeze para travar versão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 install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bundler resolve tudo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Gemfile.lock, gerado sozinho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o console do Ruby: irb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Descubra o tipo de tudo com .class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3.class  ·  "oi".class  ·  :oi.class  ·  nil.class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5.times { |i| puts i }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um hash e leia uma chave por símbolo.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Transforme [1,2,3] em [1,4,9] usando map.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RAILS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Framework web em Ruby, criado por David Heinemeier Hansson em 2004.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Nasceu extraído do Basecamp — um produto real, não um exercício.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Traz tudo junto: rotas, banco, e-mail, filas, testes, deploy.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Está na versão 8. É a versão que o seem-backend usa.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promessa: uma pessoa sozinha consegue construir um sistema inteiro.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CONVENÇÃO SOBRE CONFIGURAÇÃO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configura o óbvio. Você segue o combinado.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Classe User? Então a tabela é users. Ninguém precisa dizer.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Arquivo user.rb, classe User, tabela users, id chamado id.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Seguindo a convenção, você escreve quase nada.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Brigando com ela, você escreve o dobro.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DRY  E  OMAKASE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DRY: Don't Repeat Yourself. Cada regra existe num lugar só.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Omakase: "deixa comigo, chef", em japonês.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já escolheu as ferramentas por você.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pode trocar. Mas só troque quando tiver um motivo real.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liberdade, não prisão: sobra tempo pro problema de verdade.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 ×  RAILS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models.py, com classes Model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makemigrations / migrate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urls.py, escrito à mão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views.py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ORM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manage.py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app/models/, um arquivo por classe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g migration / db:migrate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config/routes.rb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app/controllers/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ActiveRecord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MVC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 — os dados e as regras. Conversa com o banco.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View — a tela. Na nossa API, é o JSON.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Controller — recebe a requisição e decide o que fazer.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Rota — o mapa: este endereço vai para aquele controller.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é sempre: rota → controller → model → resposta.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CRIANDO O PROJETO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0363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3047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rails new automic_auth_api --api -d postgresql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cd automic_auth_api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# --api    → sem HTML, sem CSS, sem sessão. Só JSON.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# -d postgresql → o banco que usamos em produção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TOUR DAS PASTAS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 — o seu código. É onde você passa 90% do tempo.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models, controllers, mailers, serializers, services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 — rotas, banco, ambientes, credenciais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db/ — migrations e o retrato atual do banco (schema.rb)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test/ — os testes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 — as dependências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 — os comandos: rails, setup, dev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COMANDOS DO DIA A DIA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 — sobe a aplicação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console — um irb com o seu projeto carregado dentro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routes — todas as rotas que existem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generate — cria arquivos seguindo a convenção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db:migrate — aplica as mudanças de banco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test — roda os testes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PRIMEIRA ROTA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4947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17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config/routes.rb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namespace :api do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namespace :v1 do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get "status", to: "status#show"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app/controllers/api/v1/status_controller.rb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class Api::V1::StatusController &lt; ApplicationController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def show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render json: { status: "ok", service: "automic-auth-api"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o projeto com rails new.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Suba o Postgres com docker compose up -d.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bin/rails server e abra http://localhost:3000/up.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a rota GET /api/v1/status.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Chame ela no Insomnia e confira o status 200.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bin/rails routes e ache a sua rota na lista.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init — começa a versionar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add . — separa o que vai no próximo commit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 -m "mensagem" — grava o ponto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push — manda para o GitHub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4, é o push que dispara o deploy. Literalmente.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 é a cozinha: regra, dado e permissão.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 é o idioma; verbo, status e JSON são o vocabulário.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é Python com outra sintaxe e mais açúcar.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decide o óbvio por você — siga a convenção.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já tem uma API respondendo. Na próxima ela ganha banco.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56"/>
              </a:lnSpc>
              <a:spcBef>
                <a:spcPct val="0"/>
              </a:spcBef>
            </a:pPr>
            <a:r>
              <a:rPr lang="en-US" sz="34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BONS ESTUDOS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