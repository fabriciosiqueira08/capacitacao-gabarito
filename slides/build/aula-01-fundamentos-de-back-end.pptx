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Trocar os colchetes pelos seus dados. A foto do doador foi removida —</a:t>
            </a:r>
          </a:p>
          <a:p>
            <a:r>
              <a:t>adicione a sua no Canva, no espaço à esquerda.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Os quatro objetivos são as quatro aulas. Deixe claro que no fim do</a:t>
            </a:r>
          </a:p>
          <a:p>
            <a:r>
              <a:t>encontro 4 cada um vai ter uma URL https:// própria, funcionando.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Mesmo editor da capacitação de front. A diferença são as extensões.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já usa Postman, tanto faz. O que não pode é testar API</a:t>
            </a:r>
          </a:p>
          <a:p>
            <a:r>
              <a:t>digitando URL no navegador — o navegador só sabe fazer 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Não explicar Docker a fundo agora — isso é a Aula 4. Aqui é só</a:t>
            </a:r>
          </a:p>
          <a:p>
            <a:r>
              <a:t>"o banco roda num container e você não precisa saber mais que isso".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alguém ainda não fez, este é o momento. Todo mundo roda os quatro</a:t>
            </a:r>
          </a:p>
          <a:p>
            <a:r>
              <a:t>comandos e mostra a saída antes de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Retomar o slide 9 da capacitação do Fiuza — é literalmente a continuação</a:t>
            </a:r>
          </a:p>
          <a:p>
            <a:r>
              <a:t>dele. Front-end foi o "o que o usuário vê"; agora é o outro lado.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último ponto é o mais importante. Qualquer coisa que roda no</a:t>
            </a:r>
          </a:p>
          <a:p>
            <a:r>
              <a:t>navegador o usuário consegue ler e alterar. Por isso a validação de</a:t>
            </a:r>
          </a:p>
          <a:p>
            <a:r>
              <a:t>senha do front é conveniência; a que vale é a do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Analogia física, no estilo dos slides do Fiuza ("HTML são os tijolos").</a:t>
            </a:r>
          </a:p>
          <a:p>
            <a:r>
              <a:t>Vale voltar nela quando falar de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"Sem memória" (stateless) é a semente do problema de autenticação da</a:t>
            </a:r>
          </a:p>
          <a:p>
            <a:r>
              <a:t>Aula 3: se o servidor esquece tudo entre uma requisição e outra, como</a:t>
            </a:r>
          </a:p>
          <a:p>
            <a:r>
              <a:t>ele sabe que você já fez login? Guarde essa pergunta.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401 = "quem é você?". 403 = "sei quem você é, e você não pode".</a:t>
            </a:r>
          </a:p>
          <a:p>
            <a:r>
              <a:t>Vamos usar os dois na Aula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Rodar ao vivo. É a API do SEEM, está no ar. Mostra que "back-end" não é</a:t>
            </a:r>
          </a:p>
          <a:p>
            <a:r>
              <a:t>abstração: é um endereço que responde.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seem-backend é --api: não tem view nenhuma. Quem desenha tela é o</a:t>
            </a:r>
          </a:p>
          <a:p>
            <a:r>
              <a:t>app React Native e o painel admin. É o que vamos construir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Insistir: quem sabe Python já sabe 80% de Ruby. A curva é de sintaxe e</a:t>
            </a:r>
          </a:p>
          <a:p>
            <a:r>
              <a:t>de convenção, não de conceito.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Três diferenças para apontar: o `end`, o `if` no final da linha</a:t>
            </a:r>
          </a:p>
          <a:p>
            <a:r>
              <a:t>(modificador), e a última linha ser o retorno sem escrever `return`.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Regra prática: se é conteúdo que o usuário lê, string. Se é nome de</a:t>
            </a:r>
          </a:p>
          <a:p>
            <a:r>
              <a:t>alguma coisa no código, símbolo.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map/select/reject/reduce existem nos dois. A diferença é que em Ruby</a:t>
            </a:r>
          </a:p>
          <a:p>
            <a:r>
              <a:t>isso é o caminho normal, não uma alternativa "elegante".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Esse atalho aparece em TODO service do projeto — `Result.new(success?: true, user:)`.</a:t>
            </a:r>
          </a:p>
          <a:p>
            <a:r>
              <a:t>Sem explicar, eles leem como erro de digitação.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`class InvalidToken &lt; StandardError; end` aparece em Auth::DecodeToken na</a:t>
            </a:r>
          </a:p>
          <a:p>
            <a:r>
              <a:t>Aula 3. Sempre herde de StandardError, nunca de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seta aparece pela primeira vez na Aula 2 (scope e validate condicional).</a:t>
            </a:r>
          </a:p>
          <a:p>
            <a:r>
              <a:t>Sem este slide, ela lê como símbolo mágico. A ideia: o Rails guarda aquele</a:t>
            </a:r>
          </a:p>
          <a:p>
            <a:r>
              <a:t>pedaço de código para executar na hora da consulta ou da validação.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Vamos escrever dois módulos desses na Aula 2. Guarde o nome: concern.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Gemfile.lock é o requirements.txt travado, só que automático e</a:t>
            </a:r>
          </a:p>
          <a:p>
            <a:r>
              <a:t>obrigatoriamente versionado. Ele é a garantia de que a sua máquina e o</a:t>
            </a:r>
          </a:p>
          <a:p>
            <a:r>
              <a:t>servidor rodam exatamente as mesmas versões.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 a maior diferença cultural em relação a Flask/FastAPI, onde você</a:t>
            </a:r>
          </a:p>
          <a:p>
            <a:r>
              <a:t>monta cada peça. Aqui o framework já decidiu — e decidiu bem.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vem de Flask ou FastAPI vai sentir mais diferença: lá você monta</a:t>
            </a:r>
          </a:p>
          <a:p>
            <a:r>
              <a:t>cada peça, aqui elas já vêm encaixadas.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 o --api o Rails traz o pacote completo de site com telas. Não</a:t>
            </a:r>
          </a:p>
          <a:p>
            <a:r>
              <a:t>precisamos de nada disso, e cada peça a menos é uma peça a menos para</a:t>
            </a:r>
          </a:p>
          <a:p>
            <a:r>
              <a:t>dar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console é a ferramenta mais subestimada do Rails. Dá para criar</a:t>
            </a:r>
          </a:p>
          <a:p>
            <a:r>
              <a:t>usuário, rodar query e testar método sem escrever um arquivo.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 é a entrega da aula. Ninguém sai daqui sem os 200 na tela E sem o</a:t>
            </a:r>
          </a:p>
          <a:p>
            <a:r>
              <a:t>projeto no GitHub deles — a Aula 4 depende disso.</a:t>
            </a:r>
          </a:p>
          <a:p/>
          <a:p>
            <a:r>
              <a:t>Os passos 1 a 7 estão com todo o código na apostila, seção "Exercício da</a:t>
            </a:r>
          </a:p>
          <a:p>
            <a:r>
              <a:t>aula". Mande abrir. Quem travar, projete o gabarito e deixe digitar.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Fundamentos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Back-end (Ruby on Rails)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[idade]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[cidade - UF]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[curso]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[período]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o que roda do outro lado da tela.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Escrever Ruby partindo do que você já sabe de Python.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Subir sua primeira API em Rails.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Colocar ela no ar, numa máquina de verdade.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FERRAMENTAS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107057"/>
            <a:ext cx="16459200" cy="28471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7"/>
              </a:lnSpc>
            </a:pPr>
            <a:r>
              <a:rPr lang="en-US" sz="664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VISUAL STUDIO CODE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EXTENSÕES ÚTEIS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LSP: autocomplete e erro em tempo real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Rails: pula entre model, controller e rota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Docker: ver e parar containers pela barra lateral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GitLens: quem escreveu esta linha, e quando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WSL: só Windows, abre o projeto do Ubuntu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vscode-icons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back-end você vive aqui. Não tem botão de play.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pwd: onde eu estou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ls: o que tem aqui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pasta: entrar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cd ..: voltar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Ctrl+C mata o processo que está rodando.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Seta pra cima repete o último comando.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INSOMNIA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Nossa API não tem tela. Ela responde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Insomnia é o navegador de quem faz back-end.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Monta a requisição: método, URL,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Mostra a resposta: status, cabeçalhos,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Salva tudo numa coleção que dá para versionar.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de dados não vai ser instalado na sua máquina.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roda dentro de um container: um pacotinho isolado.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 do Postgres, no mesmo comando.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apagar o container. Não sobra sujeira.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é assim que a nossa API vai rodar no servidor.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Instala a versão exata de Ruby que o projeto pede.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mexer no Ruby do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projeto pode usar uma versão diferente.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pyenv do mundo Ruby. E o .ruby-version é o runtime.txt.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arquivo .ruby-version na raiz e ele troca sozinho ao entrar na pasta.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SETUP EM QUATRO COMANDOS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4544568" y="2377440"/>
            <a:ext cx="9198864" cy="318007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01768" y="2743200"/>
            <a:ext cx="8284464" cy="24485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curl https://mise.run | sh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mise use --global ruby@3.4.9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gem install rails -v 8.1.3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docker run --rm hello-world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visível, que o usuário toca.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HTML, CSS, JavaScript.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no navegador ou no celular.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o usuário vê a tela quebrada.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parte lógica, nos bastidores.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Ruby, Python, Java, Go, Node.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num servidor, longe do usuário.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cair, nada funciona.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FRONT-END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O BACK-END FAZ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 os dados e decide quem pode ver o quê.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Aplica as regras de negócio.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Autentica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Fala com outros sistemas: e-mail, pagamento, mapas.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Processa o que é pesado demais para o celular.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Nada disso pode viver no front. O usuário mexeria.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ANALOGIA DO RESTAURANTE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salão é o front-end: mesa, cardápio, garçom.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cozinha é o back-end: ninguém entra, mas é lá que a comida sai.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pedido é a requisição.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prato é a resposta.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pede pra ver a receita. Você pede o prato.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 E SERVIDOR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Cliente: quem pede. Navegador, app, outro servidor.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Servidor: quem responde. Um computador ligado o tempo todo.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cliente sempre começa a conversa. O servidor nunca liga primeiro.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os dois: a internet, e o protocolo HTTP.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SERVIDOR, AFINAL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uma máquina especial. É um programa esperando.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fica ligado, escutando numa PORTA.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Chegou requisição naquela porta, ele responde.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 sobe esse programa na porta 3000.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 máquina ou numa VM na nuvem, é o mesmo programa.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E 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IP é o endereço da máquina. Ex.: 57.156.65.151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Porta é a sala dentro dela. Um número de 1 a 65535.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máquina, milhares de portas, um programa em cada.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22 SSH · 80 HTTP · 443 HTTPS · 5432 Postgres · 3000 Rails em dev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127.0.0.1 (localhost) é sempre 'esta máquina aqui'.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vamos abrir e fechar portas na mão. Guarde 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DNS: DE NOME PARA NÚMERO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Ninguém decora 57.156.65.151.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DNS é a agenda telefônica da internet.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digita api.seemxxiii.tech; alguém pergunta ao DNS o IP.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fica em cache por um tempo. Chama-se TTL.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trocar um domínio de servidor não vale na hora.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você vai criar um desses registros.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UMA URL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86955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138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https :// api.seemxxiii.tech : 443 /api/v1/lectures ?page=2 #topo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│             │              │          │           │      │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esquema        host          porta     caminho      query  fragmento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O esquema diz o protocolo (http, https, ssh, postgres...).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é opcional: http assume 80, https assume 443.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É por isso que localhost:3000 tem os dois pontos: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a porta não é a padrão.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idioma que os dois falam.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conversa tem duas partes: requisição e resposta.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tem: método, caminho,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tem: status, cabeçalhos e corpo.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sem memória: cada requisição começa do zero.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CRUA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459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144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POST /api/v1/sessions HTTP/1.1        ← método, caminho, versão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Host: api.seemxxiii.tech              ┐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Content-Type: application/json        │ cabeçalhos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Accept: application/json              ┘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                                     ← linha em branco separa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{"email":"ana@ufop.br","password":"..."}   ← corpo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84">
                <a:solidFill>
                  <a:srgbClr val="E6EAF2"/>
                </a:solidFill>
                <a:latin typeface="Consolas"/>
              </a:rPr>
              <a:t># É texto puro. HTTP é literalmente isso trafegando num cano.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CABEÇALHOS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metadados: informação SOBRE a mensagem, não a mensagem.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Chave: valor, uma por linha.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Content-Type: em que formato vai o corpo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Accept: em que formato eu quero a resposta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quem sou eu (vai ser o nosso token, na Aula 3)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Set-Cookie / Cookie: como o navegador guarda estado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User-Agent: que programa está chamando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CONTENT-TYPE IMPORTA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corpo, dois formatos possíveis: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application/json → {"email":"ana@ufop.br"}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application/x-www-form-urlencoded → email=ana%40ufop.br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o cabeçalho, o servidor não sabe como ler o corpo.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Esquecer isso no curl é o erro nº 1 de quem começa: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vem 400 e a mensagem não ajuda em nada.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VERBOS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GET: me dá isso (não muda nada)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POST: cria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PUT / PATCH: altera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DELETE: apaga isso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verbo é uma promessa. GET que apaga coisa é bug, não criatividade.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STATUS CODES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2xx: deu certo. 200 ok, 201 criado.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3xx: foi pra outro lugar.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4xx: você errou. 400 pedido mal feito, 401 não autenticado,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autenticado mas sem permissão, 404 não existe, 422 dado inválido.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5xx: nós erramos. 500 é bug nosso.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diferença entre 401 e 403 cai em toda entrevista.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REQUISIÇÃO DE VERDADE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5852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536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$ curl -i https://api.seemxxiii.tech/api/v1/status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HTTP/2 200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content-type: application/json; charset=utf-8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500">
                <a:solidFill>
                  <a:srgbClr val="E6EAF2"/>
                </a:solidFill>
                <a:latin typeface="Consolas"/>
              </a:rPr>
              <a:t>{"status":"ok","service":"seem-backend"}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JSON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formato em que cliente e servidor trocam dados.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Chave e valor, como o dict do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tem texto, número, booleano, nulo, lista e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tem data, não tem classe, não tem comentário.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texto puro. Qualquer linguagem lê.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UMA API REST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 a porta de entrada do sistema para outros programas.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REST: um estilo de organizar essa porta.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coisa do sistema é um recurso, com um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/api/v1/lectures são as palestras. /api/v1/lectures/7 é a palestra 7.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você faz com ela é o verbo, não o endereço.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Errado: /criarPalestra. Certo: POST /lectures.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JEITOS DE FAZER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HTML pronto.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linguagem, um projeto.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institucional, blog, painel interno.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devolve só dados.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App, painel web e site consomem a mesma API.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SEEM: um back-end, um app e um painel.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+ CLIENTES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SITE COM TELAS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VEIO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Criado por Yukihiro Matsumoto, o Matz, em 1995, no Japão.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objetivo declarado: fazer o programador feliz.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Interpretada, dinâmica e orientada a objetos, como Python.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Estourou em 2005, com o Rails.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GitHub, Shopify, Airbnb, Basecamp e o seem-backend.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  ×  RUBY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Indentação delimita bloco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None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dict, list, tuple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return explícito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f"Olá 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+ venv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def ... end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/ true / false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Hash, Array, símbolos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última linha é o retorno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self (igual)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+ bundler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FUNÇÃO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3374136" y="2377440"/>
            <a:ext cx="11539728" cy="730504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31336" y="2743200"/>
            <a:ext cx="10625328" cy="6573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formal=False):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if formal: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    return f"Prezado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  return f"Oi, 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def saudacao(nome, formal: false)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return "Prezado #{nome}" if formal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  "Oi, #{nome}"</a:t>
            </a:r>
          </a:p>
          <a:p>
            <a:pPr>
              <a:lnSpc>
                <a:spcPct val="125000"/>
              </a:lnSpc>
            </a:pPr>
            <a:r>
              <a:rPr sz="3200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TUDO É OBJETO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Python, len(x). Em Ruby, x.length.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Número é objeto: 3.times { puts "oi"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 é objeto: nil.to_s devolve "".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classe é objeto.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função solta: é sempre método de alguém.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SÍMBOLOS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Escrito com dois-pontos: :aluno, :email, :admin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um texto que serve de etiqueta, não de conteúdo.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símbolo é sempre o mesmo objeto na memória.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existe em Python: lá você usaria uma string.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usa símbolo em tudo: chave de hash, nome de campo, estado.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 ×  DICT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21916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876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{"nome": "Ana", "role": "admin"}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usuario["nome"]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Ruby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 = { nome: "Ana", role: :admin }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usuario[:nome]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 chave é um símbolo — { nome: } é açúcar para { :nome =&gt; }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pedaço de código que você entrega para um método executar.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chaves quando cabe numa linha.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Entre do e end quando não cabe.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lambda do Python, mas usado o tempo todo, não de vez em quando.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Quase todo laço em Ruby é um bloco.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BLOCOS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1311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8815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Python                          # Ruby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for u in usuarios:                usuarios.each do |u|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print(u.nome)                   puts u.nome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                            end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[u.nome for u in usuarios]        usuarios.map { |u| u.nome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[u for u in usuarios if u.ativo]  usuarios.select { |u| u.ativo? 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?  E  O  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? devolve verdadeiro ou falso.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user.admin?  ·  user.email_verified?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Método terminado em ! é a versão perigosa.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 salva e devolve false se falhar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save! salva e estoura erro se falhar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convenção, não regra da linguagem. Mas todo mundo segue.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ARGUMENTOS NOMEADOS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7257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4105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Python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login(email, password, client="mobile"): ...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login(email="a@b.c", password="x")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Ruby — os dois-pontos DEPOIS do nome tornam obrigatório nomear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login(email:, password:, client: "mobile")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 "a@b.c", password: "x")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E desde o Ruby 3.1, se a variável tem o mesmo nome da chave: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email = "a@b.c"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login(email:, password:)     # em vez de login(email: email, ...)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STRUCT: UMA CLASSE DE UMA LINHA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65941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9278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Quando você só quer agrupar valores, sem comportamento: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Result = Struct.new(:success?, :user, :errors, keyword_init: true)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 = Result.new(success?: true, user: ana)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r.success?   # true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r.user       # ana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keyword_init: true obriga a nomear na criação.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É o namedtuple / dataclass do Python.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# Todo service do projeto devolve um Struct desses.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ideia do Python, outra palavra.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try  → begin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except → rescue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finally → ensure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→ raise (igual)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método, o begin é implícito: dá para escrever só rescue no fim.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raise sem argumento re-lança a exceção atual.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EXCEÇÕES NA PRÁTICA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7285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413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Python                        # Ruby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try:                            begin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arriscado()                   arriscado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except ValueError as e:         rescue ArgumentError =&gt; 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print(e)                      puts e.message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finally:                        ensure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limpar()                      limpar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                              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# Criando o seu próprio tipo de erro: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class InvalidToken &lt; StandardError; end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92">
                <a:solidFill>
                  <a:srgbClr val="E6EAF2"/>
                </a:solidFill>
                <a:latin typeface="Consolas"/>
              </a:rPr>
              <a:t>raise InvalidToken if token_ruim?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CASE, E A SETA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case: o if/elif encadeado. Não precisa de break.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case client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"mobile" then header["Authorization"] = "Bearer #{token}"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when "web"    then set_auth_cookie(token)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-&gt; é um lambda: código guardado para rodar DEPOIS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 = -&gt;(x) { x * 2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dobro.call(3)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É o que vocês vão ver no model, na Aula 2: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:password_meets_policy, if: -&gt; { password.present? }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PEGADINHAS DE QUEM VEM DO PYTHON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7 / 2 dá 3, e não 3.5.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inteiro com inteiro dá inteiro. Use 7.0 / 2 ou 7.fdiv(2).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Aspas simples NÃO interpolam.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"Olá #{nome}" funciona; 'Olá #{nome}' imprime o #{nome} cru.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0 e "" são VERDADEIROS.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nil e false são falsos. if 0 executa.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MÓDULOS E MIXINS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não tem herança múltipla.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módulo: um saco de métodos que você inclui numa classe.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EmailVerifiable e a classe ganha aqueles métodos.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como os Mixins do Django, mas nativo e usado o tempo todo.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seem-backend é assim que o User ganha verificação de e-mail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recuperação de senha, sem virar um arquivo de 800 linhas.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DEPENDÊNCIAS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requirements.txt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venv, por projeto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pip freeze para travar versão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 install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 resolve tudo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Gemfile.lock, gerado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PYTHON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console do Ruby: irb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Descubra o tipo de tudo com .class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3.class  ·  "oi".class  ·  :oi.class  ·  nil.class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5.times { |i| puts i }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um hash e leia uma chave por símbolo.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Transforme [1,2,3] em [1,4,9] usando map.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RAILS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Framework web em Ruby, criado por David Heinemeier Hansson em 2004.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Nasceu extraído do Basecamp: um produto real, não um exercício.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Traz tudo junto: rotas, banco, e-mail, filas, testes, deploy.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Está na versão 8. É a versão que o seem-backend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promessa: uma pessoa sozinha consegue construir um sistema inteiro.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CONVENÇÃO SOBRE CONFIGURAÇÃO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configura o óbvio. Você segue o combinado.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Classe User? Então a tabela é users. Ninguém precisa dizer.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Arquivo user.rb, classe User, tabela users, id chamado id.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Seguindo a convenção, você escreve quase nada.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Brigando com ela, você escreve o dobro.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  E  OMAKASE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DRY: Don't Repeat Yourself. Cada regra existe num lugar só.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Omakase: "deixa comigo, chef", em japonês.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já escolheu as ferramentas por você.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pode trocar. Mas só troque quando tiver um motivo real.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liberdade, não prisão: sobra tempo pro problema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 ×  RAILS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models.py, com classes Model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makemigrations / 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urls.py, escrito à mão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views.py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manage.py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app/models/, um arquivo por classe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g migration / db:migrate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config/routes.rb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app/controllers/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MVC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Model: os dados e as regras. Conversa com 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View: a tela. Na nossa API, é o JSON.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Controller: recebe a requisição e decide o que fazer.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Rota: o mapa que liga este endereço àquele controller.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é sempre: rota → controller → model → resposta.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O PROJETO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0363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047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rails new automic_auth_api --api -d postgresql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cd automic_auth_api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--api    → sem HTML, sem CSS, sem sessão. Só JSON.</a:t>
            </a:r>
          </a:p>
          <a:p>
            <a:pPr>
              <a:lnSpc>
                <a:spcPct val="125000"/>
              </a:lnSpc>
            </a:pPr>
            <a:r>
              <a:rPr sz="2403">
                <a:solidFill>
                  <a:srgbClr val="E6EAF2"/>
                </a:solidFill>
                <a:latin typeface="Consolas"/>
              </a:rPr>
              <a:t># -d postgresql → o banco que usamos em produção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ZEITWERK: O NOME DIZ O CAMINHO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escreve require no Rails.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Zeitwerk carrega a classe na hora em que você a menciona.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ele descobre o arquivo pelo NOME da classe: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Api::V1::StatusController → app/controllers/api/v1/status_controller.rb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Errou o caminho, a classe não existe. Não é estilo. É mecanismo.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faz 'convenção sobre configuração' funcionar de verdade.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TRÊS AMBIENTES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development: sua máquina. Recarrega código, log verboso, erro na tela.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test: os testes. Banco separado, que é limpo a cada teste.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production: o servidor. Código congelado, log enxuto, erro genérico.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config/environments/ tem um arquivo para cada.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Rails.env diz onde você está.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assim que o e-mail abre no navegador em dev e vai por SMTP em produção.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TOUR DAS PASTAS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app/: o seu código. É onde você passa 90% do tempo.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models, controllers, mailers, serializers, services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config/: rotas, banco, ambientes, credenciais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db/: migrations e o retrato atual do banco (schema.rb)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test/: os testes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Gemfile: as dependências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 tem os comandos: rails, setup, dev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COMANDOS DO DIA A DIA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server: sobe a aplicação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console: um irb com o seu projeto carregado dentro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routes: todas as rotas que existem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generate: cria arquivos seguindo a convenção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 aplica as mudanças de banco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test: roda os testes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PRIMEIRA ROTA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4947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179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config/routes.rb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namespace :api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namespace :v1 do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get "status", to: "status#show"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# app/controllers/api/v1/status_controller.rb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class Api::V1::StatusController &lt; ApplicationController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render json: { status: "ok", service: "automic-auth-api"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DIRETÓRIOS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~/capacitacao-gabarito é o repositório da capacitação. Só leitura.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~/automic_auth_api é o SEU projeto. É nele que você escreve.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Travou? Abra o mesmo arquivo no gabarito, entenda, e digite no seu.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seu projeto vai para o SEU GitHub, hoje ainda.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 o deploy é autorizado para repo:SEU-USUARIO/SEU-REPO.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dá para apontar para o meu repositório.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Crie o projeto: rails new --api -d postgresql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Publique no seu GitHub: gh repo create --source=. --push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Suba o banco e a aplicação. Abra /up.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a rota GET /api/v1/status e o teste dela.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Confira no Insomnia: 200.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Todos os comandos estão na apostila, em Exercício da aula.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init: começa a versionar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add .: separa o que vai no próximo commit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-m "mensagem": grava o ponto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push: manda para o GitHub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4, é o push que dispara o deploy. Literalmente.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Back-end é a cozinha: regra, dado e permissão.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HTTP é o idioma; verbo, status e JSON são o vocabulário.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Ruby é Python com outra sintaxe e mais açúcar.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 decide o óbvio por você. Siga a convenção.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já tem uma API respondendo. Na próxima ela ganha banco.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856"/>
              </a:lnSpc>
              <a:spcBef>
                <a:spcPct val="0"/>
              </a:spcBef>
            </a:pPr>
            <a:r>
              <a:rPr lang="en-US" sz="3468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BONS ESTUDOS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