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entrega da aula. Ninguém sai daqui sem os 200 na tela.</a:t>
            </a:r>
          </a:p>
          <a:p>
            <a:r>
              <a:t>Quem travar: git checkout aula-01.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 —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 —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—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 —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 —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 —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 —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 —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 —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 —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 —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 — o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—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 —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 —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 —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 —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 —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—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 —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—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 —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 —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 —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 —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dinâmica, orientada a objetos —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 —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console do Ruby: irb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Descubra o tipo de tudo com .class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3.class  ·  "oi".class  ·  :oi.class  ·  nil.class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5.times { |i| puts i 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uma chave por símbolo.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Transforme [1,2,3] em [1,4,9] usando map.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 —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 —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 —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—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 — o mapa: este endereço vai para aquele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 —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 —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 —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 —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 —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 —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 —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 —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 —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—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—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 —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—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—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—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—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projeto com rails new.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Suba o Postgres com docker compose up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server e abra http://localhost:3000/up.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rota GET /api/v1/status.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ela no Insomnia e confira o status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routes e ache a sua rota na lista.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 —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 —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 —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 —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 —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