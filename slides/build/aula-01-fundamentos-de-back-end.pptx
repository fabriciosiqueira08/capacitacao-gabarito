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seta aparece pela primeira vez na Aula 2 (scope e validate condicional).</a:t>
            </a:r>
          </a:p>
          <a:p>
            <a:r>
              <a:t>Sem este slide, ela lê como símbolo mágico. A ideia: o Rails guarda aquele</a:t>
            </a:r>
          </a:p>
          <a:p>
            <a:r>
              <a:t>pedaço de código para executar na hora da consulta ou da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entrega da aula. Ninguém sai daqui sem os 200 na tela.</a:t>
            </a:r>
          </a:p>
          <a:p>
            <a:r>
              <a:t>Quem travar: git checkout aula-01.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ela no ar, numa máquina de verdade.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LSP: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Rails: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Docker: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GitLens: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WSL: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pwd: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ls: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pasta: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..: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front.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nuvem,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vamos abrir e fechar portas na mão. Guarde 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tempo. Chama-se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vai criar um desses registros.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Content-Type: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Accept: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Cookie: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User-Agent: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GET: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POST: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PATCH: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DELETE: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2xx: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3xx: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4xx: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5xx: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 e orientada a objetos,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Python: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CASE, E A SETA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case: o if/elif encadeado. Não precisa de break.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case client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"mobile" then header["Authorization"] = "Bearer #{token}"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"web"    then set_auth_cookie(token)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-&gt; é um lambda: código guardado para rodar DEPOIS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 = -&gt;(x) { x * 2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dobro.call(3)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É o que vocês vão ver no model, na Aula 2: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:password_meets_policy, if: -&gt; { password.present? 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PEGADINHAS DE QUEM VEM DO PYTHON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7 / 2 dá 3, e não 3.5.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inteiro com inteiro dá inteiro. Use 7.0 / 2 ou 7.fdiv(2).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Aspas simples NÃO interpolam.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 funciona; 'Olá #{nome}' imprime o #{nome} cru.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 e "" são VERDADEIROS.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nil e false são falsos. if 0 executa.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console do Ruby: irb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Descubra o tipo de tudo com .class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3.class  ·  "oi".class  ·  :oi.class  ·  nil.class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5.times { |i| puts i 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hash e leia uma chave por símbolo.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Transforme [1,2,3] em [1,4,9] usando map.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Basecamp: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Model: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View: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Controller: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Rota: o mapa que liga este endereço àquele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estilo.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development: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production: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app/: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config/: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db/: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test/: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Gemfile: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tem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server: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console: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routes: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generate: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test: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projeto com rails new.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Suba o Postgres com docker compose up -d.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bin/rails server e abra http://localhost:3000/up.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 rota GET /api/v1/status.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ela no Insomnia e confira o status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bin/rails routes e ache a sua rota na lista.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init: começa a versionar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.: separa o que vai no próximo commit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"mensagem": grava o ponto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push: manda para o GitHub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deploy. Literalmente.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você.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