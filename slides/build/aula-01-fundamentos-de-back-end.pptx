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SLIDE. São 90 segundos e mudam o resto do dia.</a:t>
            </a:r>
          </a:p>
          <a:p>
            <a:r>
              <a:t>A frase que precisa sair da sua boca, olhando para eles:</a:t>
            </a:r>
          </a:p>
          <a:p>
            <a:r>
              <a:t>"vocês vão travar hoje; todo mundo trava; quando travar levanta a mão,</a:t>
            </a:r>
          </a:p>
          <a:p>
            <a:r>
              <a:t>porque é para isso que eu estou aqui, e não para vocês fingirem que</a:t>
            </a:r>
          </a:p>
          <a:p>
            <a:r>
              <a:t>está tudo bem."</a:t>
            </a:r>
          </a:p>
          <a:p>
            <a:r>
              <a:t>Sem ela, metade da turma passa a aula escondendo que está perdida, e</a:t>
            </a:r>
          </a:p>
          <a:p>
            <a:r>
              <a:t>você só descobre na hora da prática, quando já custou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minutos, e é a primeira coisa que eles FAZEM no dia. Vale muito.</a:t>
            </a:r>
          </a:p>
          <a:p>
            <a:r>
              <a:t>Sem instalar nada, sem terminal, sem setup: só F12.</a:t>
            </a:r>
          </a:p>
          <a:p>
            <a:r>
              <a:t>O ponto é chegar na teoria de HTTP com a turma já tendo VISTO requisição</a:t>
            </a:r>
          </a:p>
          <a:p>
            <a:r>
              <a:t>acontecer. Depois disso, "método, status, cabeçalho" deixa de ser</a:t>
            </a:r>
          </a:p>
          <a:p>
            <a:r>
              <a:t>vocabulário abstrato e vira nome de coisa que eles viram na tela.</a:t>
            </a:r>
          </a:p>
          <a:p>
            <a:r>
              <a:t>Peça para alguém ler em voz alta o status de uma linha qualquer.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Primeira vez que eles falam com um servidor sem navegador</a:t>
            </a:r>
          </a:p>
          <a:p>
            <a:r>
              <a:t>no meio. Circule e cobre que LEIAM a saída, não só que rode.</a:t>
            </a:r>
          </a:p>
          <a:p>
            <a:r>
              <a:t>A pergunta de fechamento: "404 é erro de conexão?" Não: é uma resposta</a:t>
            </a:r>
          </a:p>
          <a:p>
            <a:r>
              <a:t>bem-sucedida dizendo que o recurso não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É a única vez na capacitação em que eles mexem em Ruby sem</a:t>
            </a:r>
          </a:p>
          <a:p>
            <a:r>
              <a:t>Rails no caminho. Não corte.</a:t>
            </a:r>
          </a:p>
          <a:p>
            <a:r>
              <a:t>As duas perguntas que fixam: por que usuario["nome"] deu nil, e por que</a:t>
            </a:r>
          </a:p>
          <a:p>
            <a:r>
              <a:t>saudacao("Ana") deu ArgumentError. Peça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e é onde mais gente trava. O erro campeão é porta 5432 já</a:t>
            </a:r>
          </a:p>
          <a:p>
            <a:r>
              <a:t>ocupada: DB_PORT=5433 docker compose up -d, e export DB_PORT=5433 NO</a:t>
            </a:r>
          </a:p>
          <a:p>
            <a:r>
              <a:t>MESMO shell do rails.</a:t>
            </a:r>
          </a:p>
          <a:p>
            <a:r>
              <a:t>O segundo é permission denied no docker: usermod -aG docker, e SAIR e</a:t>
            </a:r>
          </a:p>
          <a:p>
            <a:r>
              <a:t>ENTRAR de novo.</a:t>
            </a:r>
          </a:p>
          <a:p>
            <a:r>
              <a:t>Ponto de decisão: se metade não tiver o /up verde, pare e resolva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coração da aula.</a:t>
            </a:r>
          </a:p>
          <a:p>
            <a:r>
              <a:t>O erro clássico é uninitialized constant Api::V1::StatusController: o</a:t>
            </a:r>
          </a:p>
          <a:p>
            <a:r>
              <a:t>arquivo está no caminho errado. Volte ao slide do Zeitwerk e mostre a</a:t>
            </a:r>
          </a:p>
          <a:p>
            <a:r>
              <a:t>correspondência entre nome de classe e caminho de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e é a entrega da aula. Ninguém sai daqui sem o teste verde</a:t>
            </a:r>
          </a:p>
          <a:p>
            <a:r>
              <a:t>E sem o projeto no GitHub deles.</a:t>
            </a:r>
          </a:p>
          <a:p>
            <a:r>
              <a:t>Ver o teste falhar é o que prova que ele testa alguma coisa. Insista</a:t>
            </a:r>
          </a:p>
          <a:p>
            <a:r>
              <a:t>nesse passo: é rápido, e muda a relação deles com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E, no encontro 4, publicá-la com Docker, Kamal e HTTPS.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precisa entender tudo hoje. Precisa FAZER funcionar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entendimento fecha os buracos nas próximas semanas. É assim mesmo.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cada bloco de conteúdo, uma prática. Você não vai só assistir.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VAI TRAVAR. Todo mundo trava. Faz parte do trabalho.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Levanta a mão. É para isso que eu estou aqui.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apostila tem, em cada prática, uma tabela dos erros que acontecem.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LSP: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Rails: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Docker: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GitLens: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WSL: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vscode-icons: ícone por tipo de arquivo, ajuda a se achar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pwd: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ls: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pasta: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..: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front.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nuvem,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a sua API vai atender na 443, e o Postgres na 5432.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tempo. Chama-se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aponta um nome para um IP na mão, no /etc/hosts.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MÃO NA MASSA: VEJA O HTTP ACONTECER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Abram o navegador em qualquer site. F12, aba Network.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Recarreguem 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ali é uma requisição HTTP que acabou de sair do seu computador.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Cliquem numa: método, status, cabeçalhos,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isso que a gente vai construir do outro lado. E dá para ver, agora.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Content-Type: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Accept: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Cookie: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User-Agent: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GET: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POST: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PATCH: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DELETE: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2xx: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3xx: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4xx: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5xx: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HTTP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https://api.seemxxiii.tech/api/v1/status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 HTTP/2 200  +  content-type: application/json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Troque o -i por -v. Ache o que VOCÊ mandou e o que ele respondeu.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Peça uma rota que não existe: vem 404, e repare que ele RESPONDEU.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-I: só os cabeçalhos. É assim que se checa se um site está de pé.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monte um POST na mão, com -X, -H e -d.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 e orientada a objetos,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Python: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RUBY NO IRB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irb. Descubra o tipo de tudo com .class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puts "entrou" if 0   -&gt;  VOCÊ DEVE VER: entrou (0 é verdadeiro!)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usuario[:nome] -&gt; "Ana"   ·   usuario["nome"] -&gt; nil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[1,2,3].map { |n| n * n }  -&gt;  [1, 4, 9]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 = nil; user.email estoura. user&amp;.email devolve nil.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escreva um módulo e inclua numa classe.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2, com os oito passos e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Basecamp: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Model: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View: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Controller: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Rota: o mapa que liga este endereço àquele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estilo.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development: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production: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app/: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config/: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db/: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test/: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Gemfile: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tem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server: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console: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routes: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generate: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test: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E 4: O PROJETO NO 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new automic_auth_api --api -d postgresql (mais as flags)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compose.yaml e ajuste o config/database.yml.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db:prepare &amp;&amp; bin/rails server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http://localhost:3000/up. Verde é a aplicação falando com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3 e 4. A tabela de erros da 4 é a maior da aula.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DIRETÓRIOS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~/capacitacao-gabarito é o repositório da capacitação. Só leitura.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~/automic_auth_api é o SEU projeto. É nele que você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Abra o mesmo arquivo no gabarito, entenda, e digite no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projeto vai para o SEU GitHub, hoje ainda.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o CI roda no SEU repositório, e a imagem vai pra SUA conta.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apontar para o meu repositório.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A SUA PRIMEIRA ROTA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namespace :api do  namespace :v1 do  get "status" 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app/controllers/api/v1/status_controller.rb — o caminho é obrigatório.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-g api  -&gt;  a sua rota tem que aparecer.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localhost:3000/api/v1/status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mesma requisição no Insomnia e confira o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init: começa a versionar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.: separa o que vai no próximo commit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"mensagem": grava o ponto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push: manda para o GitHub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CI: testes, lint e scan de segurança.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6 E 7: TESTE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teste da rota e rode bin/rails test.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 de propósito: troque "ok" por "OK" e rode de novo.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Leia a mensagem de falha inteira.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commit, e gh repo create --source=. --push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repositório tem que ser SEU: a Aula 4 depende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6 e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você.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